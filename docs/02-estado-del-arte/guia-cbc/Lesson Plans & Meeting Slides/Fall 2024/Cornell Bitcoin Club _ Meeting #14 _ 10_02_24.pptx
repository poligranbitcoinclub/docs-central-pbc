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embeddedFontLst>
    <p:embeddedFont>
      <p:font typeface="Proxima Nova"/>
      <p:regular r:id="rId18"/>
      <p:bold r:id="rId19"/>
      <p:italic r:id="rId20"/>
      <p:boldItalic r:id="rId21"/>
    </p:embeddedFont>
    <p:embeddedFont>
      <p:font typeface="Roboto"/>
      <p:regular r:id="rId22"/>
      <p:bold r:id="rId23"/>
      <p:italic r:id="rId24"/>
      <p:boldItalic r:id="rId25"/>
    </p:embeddedFont>
    <p:embeddedFont>
      <p:font typeface="Proxima Nova Semibold"/>
      <p:regular r:id="rId26"/>
      <p:bold r:id="rId27"/>
      <p:boldItalic r:id="rId28"/>
    </p:embeddedFont>
    <p:embeddedFont>
      <p:font typeface="Barlow"/>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roximaNova-italic.fntdata"/><Relationship Id="rId22" Type="http://schemas.openxmlformats.org/officeDocument/2006/relationships/font" Target="fonts/Roboto-regular.fntdata"/><Relationship Id="rId21" Type="http://schemas.openxmlformats.org/officeDocument/2006/relationships/font" Target="fonts/ProximaNova-boldItalic.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roximaNovaSemibold-regular.fntdata"/><Relationship Id="rId25" Type="http://schemas.openxmlformats.org/officeDocument/2006/relationships/font" Target="fonts/Roboto-boldItalic.fntdata"/><Relationship Id="rId28" Type="http://schemas.openxmlformats.org/officeDocument/2006/relationships/font" Target="fonts/ProximaNovaSemibold-boldItalic.fntdata"/><Relationship Id="rId27" Type="http://schemas.openxmlformats.org/officeDocument/2006/relationships/font" Target="fonts/ProximaNovaSemibold-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Barlow-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Barlow-italic.fntdata"/><Relationship Id="rId30" Type="http://schemas.openxmlformats.org/officeDocument/2006/relationships/font" Target="fonts/Barlow-bold.fntdata"/><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font" Target="fonts/Barlow-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ProximaNova-bold.fntdata"/><Relationship Id="rId18" Type="http://schemas.openxmlformats.org/officeDocument/2006/relationships/font" Target="fonts/ProximaNova-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entyone.world/" TargetMode="External"/><Relationship Id="rId3" Type="http://schemas.openxmlformats.org/officeDocument/2006/relationships/hyperlink" Target="https://bitcoinforlocalbusiness.com/" TargetMode="External"/><Relationship Id="rId4" Type="http://schemas.openxmlformats.org/officeDocument/2006/relationships/hyperlink" Target="https://www.youtube.com/watch?v=Z78ZbPcsc3g" TargetMode="External"/><Relationship Id="rId5" Type="http://schemas.openxmlformats.org/officeDocument/2006/relationships/hyperlink" Target="https://zaprite.com/" TargetMode="External"/><Relationship Id="rId6" Type="http://schemas.openxmlformats.org/officeDocument/2006/relationships/hyperlink" Target="https://btcpayserver.org/"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ve.google.com/file/d/19KErzCZLAY_DnNX1mSmHTo66P5rQ383r/view?usp=sharing" TargetMode="External"/><Relationship Id="rId3" Type="http://schemas.openxmlformats.org/officeDocument/2006/relationships/hyperlink" Target="https://x.com/LynAldenContact/status/1838642824494932433" TargetMode="External"/><Relationship Id="rId4" Type="http://schemas.openxmlformats.org/officeDocument/2006/relationships/hyperlink" Target="https://x.com/_ChaitanyaJ/status/1829598518891463107" TargetMode="External"/><Relationship Id="rId5" Type="http://schemas.openxmlformats.org/officeDocument/2006/relationships/hyperlink" Target="https://x.com/_ChaitanyaJ/status/1829598003654713752"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1c119f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01c119f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07a4da73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07a4da73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059255ea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059255ea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07a4da737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07a4da737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https://twentyone.world/</a:t>
            </a:r>
            <a:endParaRPr/>
          </a:p>
          <a:p>
            <a:pPr indent="0" lvl="0" marL="0" rtl="0" algn="l">
              <a:spcBef>
                <a:spcPts val="0"/>
              </a:spcBef>
              <a:spcAft>
                <a:spcPts val="0"/>
              </a:spcAft>
              <a:buNone/>
            </a:pPr>
            <a:r>
              <a:rPr lang="en" u="sng">
                <a:solidFill>
                  <a:schemeClr val="hlink"/>
                </a:solidFill>
                <a:hlinkClick r:id="rId3"/>
              </a:rPr>
              <a:t>https://bitcoinforlocalbusiness.com/</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4"/>
              </a:rPr>
              <a:t>https://www.youtube.com/watch?v=Z78ZbPcsc3g</a:t>
            </a:r>
            <a:r>
              <a:rPr lang="en"/>
              <a:t> &lt;- BTC Pay Documentary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5"/>
              </a:rPr>
              <a:t>https://zaprite.com/</a:t>
            </a:r>
            <a:r>
              <a:rPr lang="en"/>
              <a:t> </a:t>
            </a:r>
            <a:endParaRPr/>
          </a:p>
          <a:p>
            <a:pPr indent="0" lvl="0" marL="0" rtl="0" algn="l">
              <a:spcBef>
                <a:spcPts val="0"/>
              </a:spcBef>
              <a:spcAft>
                <a:spcPts val="0"/>
              </a:spcAft>
              <a:buNone/>
            </a:pPr>
            <a:r>
              <a:rPr lang="en" u="sng">
                <a:solidFill>
                  <a:schemeClr val="hlink"/>
                </a:solidFill>
                <a:hlinkClick r:id="rId6"/>
              </a:rPr>
              <a:t>https://btcpayserver.org/</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Practical use of bitcoin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07a4da737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07a4da737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https://drive.google.com/file/d/19KErzCZLAY_DnNX1mSmHTo66P5rQ383r/view?usp=sharing</a:t>
            </a:r>
            <a:r>
              <a:rPr lang="en"/>
              <a:t> </a:t>
            </a:r>
            <a:endParaRPr/>
          </a:p>
          <a:p>
            <a:pPr indent="0" lvl="0" marL="0" rtl="0" algn="l">
              <a:spcBef>
                <a:spcPts val="0"/>
              </a:spcBef>
              <a:spcAft>
                <a:spcPts val="0"/>
              </a:spcAft>
              <a:buNone/>
            </a:pPr>
            <a:r>
              <a:rPr lang="en" u="sng">
                <a:solidFill>
                  <a:schemeClr val="hlink"/>
                </a:solidFill>
                <a:hlinkClick r:id="rId3"/>
              </a:rPr>
              <a:t>https://x.com/LynAldenContact/status/1838642824494932433</a:t>
            </a:r>
            <a:r>
              <a:rPr lang="en"/>
              <a:t> </a:t>
            </a:r>
            <a:endParaRPr/>
          </a:p>
          <a:p>
            <a:pPr indent="0" lvl="0" marL="0" rtl="0" algn="l">
              <a:spcBef>
                <a:spcPts val="0"/>
              </a:spcBef>
              <a:spcAft>
                <a:spcPts val="0"/>
              </a:spcAft>
              <a:buNone/>
            </a:pPr>
            <a:r>
              <a:rPr lang="en" u="sng">
                <a:solidFill>
                  <a:schemeClr val="hlink"/>
                </a:solidFill>
                <a:hlinkClick r:id="rId4"/>
              </a:rPr>
              <a:t>https://x.com/_ChaitanyaJ/status/1829598518891463107</a:t>
            </a:r>
            <a:r>
              <a:rPr lang="en"/>
              <a:t> </a:t>
            </a:r>
            <a:endParaRPr/>
          </a:p>
          <a:p>
            <a:pPr indent="0" lvl="0" marL="0" rtl="0" algn="l">
              <a:spcBef>
                <a:spcPts val="0"/>
              </a:spcBef>
              <a:spcAft>
                <a:spcPts val="0"/>
              </a:spcAft>
              <a:buNone/>
            </a:pPr>
            <a:r>
              <a:rPr lang="en" u="sng">
                <a:solidFill>
                  <a:schemeClr val="hlink"/>
                </a:solidFill>
                <a:hlinkClick r:id="rId5"/>
              </a:rPr>
              <a:t>https://x.com/_ChaitanyaJ/status/1829598003654713752</a:t>
            </a:r>
            <a:r>
              <a:rPr lang="en"/>
              <a:t> </a:t>
            </a:r>
            <a:endParaRPr/>
          </a:p>
          <a:p>
            <a:pPr indent="0" lvl="0" marL="0" rtl="0" algn="l">
              <a:spcBef>
                <a:spcPts val="0"/>
              </a:spcBef>
              <a:spcAft>
                <a:spcPts val="0"/>
              </a:spcAft>
              <a:buNone/>
            </a:pPr>
            <a:r>
              <a:rPr lang="en"/>
              <a:t>Galaxy recent report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Financail</a:t>
            </a:r>
            <a:r>
              <a:rPr lang="en">
                <a:solidFill>
                  <a:schemeClr val="dk1"/>
                </a:solidFill>
              </a:rPr>
              <a:t> use of bitcoin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Draw up a memorandum - make a point w/ student council’s agenda - cornell student assembly or dean’s council - A&amp;S would like to do anything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07a4da737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07a4da737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Energy</a:t>
            </a:r>
            <a:r>
              <a:rPr lang="en">
                <a:solidFill>
                  <a:schemeClr val="dk1"/>
                </a:solidFill>
              </a:rPr>
              <a:t> use of bitcoin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07a4da737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07a4da737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07a4da737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07a4da737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NME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Explore </a:t>
            </a:r>
            <a:r>
              <a:rPr lang="en">
                <a:solidFill>
                  <a:schemeClr val="dk1"/>
                </a:solidFill>
              </a:rPr>
              <a:t>what</a:t>
            </a:r>
            <a:r>
              <a:rPr lang="en">
                <a:solidFill>
                  <a:schemeClr val="dk1"/>
                </a:solidFill>
              </a:rPr>
              <a:t> this means in this realm so you can share it with othere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How does bitcoin apply to global development </a:t>
            </a:r>
            <a:endParaRPr>
              <a:solidFill>
                <a:schemeClr val="dk1"/>
              </a:solidFill>
            </a:endParaRPr>
          </a:p>
          <a:p>
            <a:pPr indent="0" lvl="0" marL="0" rtl="0" algn="l">
              <a:spcBef>
                <a:spcPts val="0"/>
              </a:spcBef>
              <a:spcAft>
                <a:spcPts val="0"/>
              </a:spcAft>
              <a:buNone/>
            </a:pPr>
            <a:r>
              <a:rPr lang="en">
                <a:solidFill>
                  <a:schemeClr val="dk1"/>
                </a:solidFill>
              </a:rPr>
              <a:t>What is the lens of bitcoin to your major </a:t>
            </a:r>
            <a:r>
              <a:rPr lang="en">
                <a:solidFill>
                  <a:schemeClr val="dk1"/>
                </a:solidFill>
              </a:rPr>
              <a:t>perspective</a:t>
            </a: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059255eaf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059255eaf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hyperlink" Target="https://docs.google.com/document/d/1HYDl2JoeSxWU580hUnfx2ABO6aLLigBz6wTC-qC4cso/edit?usp=sharing" TargetMode="External"/><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5.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14" Type="http://schemas.openxmlformats.org/officeDocument/2006/relationships/image" Target="../media/image1.png"/><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#14: October 2,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pic>
        <p:nvPicPr>
          <p:cNvPr id="79" name="Google Shape;79;p14"/>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Projects: Fall 2024</a:t>
            </a:r>
            <a:endParaRPr sz="1983"/>
          </a:p>
        </p:txBody>
      </p:sp>
      <p:pic>
        <p:nvPicPr>
          <p:cNvPr id="85" name="Google Shape;85;p1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86" name="Google Shape;86;p1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Proof of Work Clusters: </a:t>
            </a:r>
            <a:r>
              <a:rPr lang="en" u="sng">
                <a:hlinkClick r:id="rId3"/>
              </a:rPr>
              <a:t>Document Link</a:t>
            </a:r>
            <a:endParaRPr/>
          </a:p>
        </p:txBody>
      </p:sp>
      <p:pic>
        <p:nvPicPr>
          <p:cNvPr id="92" name="Google Shape;92;p16"/>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93" name="Google Shape;93;p16"/>
          <p:cNvPicPr preferRelativeResize="0"/>
          <p:nvPr/>
        </p:nvPicPr>
        <p:blipFill>
          <a:blip r:embed="rId5">
            <a:alphaModFix/>
          </a:blip>
          <a:stretch>
            <a:fillRect/>
          </a:stretch>
        </p:blipFill>
        <p:spPr>
          <a:xfrm>
            <a:off x="331225" y="1245900"/>
            <a:ext cx="4134000" cy="3182050"/>
          </a:xfrm>
          <a:prstGeom prst="rect">
            <a:avLst/>
          </a:prstGeom>
          <a:noFill/>
          <a:ln>
            <a:noFill/>
          </a:ln>
        </p:spPr>
      </p:pic>
      <p:pic>
        <p:nvPicPr>
          <p:cNvPr id="94" name="Google Shape;94;p16"/>
          <p:cNvPicPr preferRelativeResize="0"/>
          <p:nvPr/>
        </p:nvPicPr>
        <p:blipFill>
          <a:blip r:embed="rId6">
            <a:alphaModFix/>
          </a:blip>
          <a:stretch>
            <a:fillRect/>
          </a:stretch>
        </p:blipFill>
        <p:spPr>
          <a:xfrm>
            <a:off x="4659525" y="1577277"/>
            <a:ext cx="4332076" cy="2519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Project 1: </a:t>
            </a:r>
            <a:r>
              <a:rPr lang="en"/>
              <a:t>Making the case for &amp; </a:t>
            </a:r>
            <a:r>
              <a:rPr lang="en"/>
              <a:t>Onboarding Local Shops to Bitcoin &amp; LN</a:t>
            </a:r>
            <a:endParaRPr/>
          </a:p>
        </p:txBody>
      </p:sp>
      <p:pic>
        <p:nvPicPr>
          <p:cNvPr id="100" name="Google Shape;100;p17"/>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01" name="Google Shape;101;p17"/>
          <p:cNvPicPr preferRelativeResize="0"/>
          <p:nvPr/>
        </p:nvPicPr>
        <p:blipFill>
          <a:blip r:embed="rId4">
            <a:alphaModFix/>
          </a:blip>
          <a:stretch>
            <a:fillRect/>
          </a:stretch>
        </p:blipFill>
        <p:spPr>
          <a:xfrm>
            <a:off x="2619486" y="1122250"/>
            <a:ext cx="3784125" cy="3707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Project 2: Making the Investment Case for Bitcoin</a:t>
            </a:r>
            <a:endParaRPr/>
          </a:p>
        </p:txBody>
      </p:sp>
      <p:pic>
        <p:nvPicPr>
          <p:cNvPr id="107" name="Google Shape;107;p18"/>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08" name="Google Shape;108;p18"/>
          <p:cNvPicPr preferRelativeResize="0"/>
          <p:nvPr/>
        </p:nvPicPr>
        <p:blipFill>
          <a:blip r:embed="rId4">
            <a:alphaModFix/>
          </a:blip>
          <a:stretch>
            <a:fillRect/>
          </a:stretch>
        </p:blipFill>
        <p:spPr>
          <a:xfrm>
            <a:off x="776950" y="1041025"/>
            <a:ext cx="4520275" cy="3465100"/>
          </a:xfrm>
          <a:prstGeom prst="rect">
            <a:avLst/>
          </a:prstGeom>
          <a:noFill/>
          <a:ln>
            <a:noFill/>
          </a:ln>
        </p:spPr>
      </p:pic>
      <p:pic>
        <p:nvPicPr>
          <p:cNvPr id="109" name="Google Shape;109;p18"/>
          <p:cNvPicPr preferRelativeResize="0"/>
          <p:nvPr/>
        </p:nvPicPr>
        <p:blipFill>
          <a:blip r:embed="rId5">
            <a:alphaModFix/>
          </a:blip>
          <a:stretch>
            <a:fillRect/>
          </a:stretch>
        </p:blipFill>
        <p:spPr>
          <a:xfrm>
            <a:off x="5653725" y="874638"/>
            <a:ext cx="2500700" cy="1302450"/>
          </a:xfrm>
          <a:prstGeom prst="rect">
            <a:avLst/>
          </a:prstGeom>
          <a:noFill/>
          <a:ln>
            <a:noFill/>
          </a:ln>
        </p:spPr>
      </p:pic>
      <p:pic>
        <p:nvPicPr>
          <p:cNvPr id="110" name="Google Shape;110;p18"/>
          <p:cNvPicPr preferRelativeResize="0"/>
          <p:nvPr/>
        </p:nvPicPr>
        <p:blipFill>
          <a:blip r:embed="rId6">
            <a:alphaModFix/>
          </a:blip>
          <a:stretch>
            <a:fillRect/>
          </a:stretch>
        </p:blipFill>
        <p:spPr>
          <a:xfrm>
            <a:off x="5694325" y="2349457"/>
            <a:ext cx="2419500" cy="1358944"/>
          </a:xfrm>
          <a:prstGeom prst="rect">
            <a:avLst/>
          </a:prstGeom>
          <a:noFill/>
          <a:ln>
            <a:noFill/>
          </a:ln>
        </p:spPr>
      </p:pic>
      <p:pic>
        <p:nvPicPr>
          <p:cNvPr id="111" name="Google Shape;111;p18"/>
          <p:cNvPicPr preferRelativeResize="0"/>
          <p:nvPr/>
        </p:nvPicPr>
        <p:blipFill>
          <a:blip r:embed="rId7">
            <a:alphaModFix/>
          </a:blip>
          <a:stretch>
            <a:fillRect/>
          </a:stretch>
        </p:blipFill>
        <p:spPr>
          <a:xfrm>
            <a:off x="5653728" y="3929905"/>
            <a:ext cx="2500698" cy="104850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Project 3: (Fact-Check) Response to “In the Shadow of Crypto Panel”</a:t>
            </a:r>
            <a:endParaRPr/>
          </a:p>
        </p:txBody>
      </p:sp>
      <p:pic>
        <p:nvPicPr>
          <p:cNvPr id="117" name="Google Shape;117;p19"/>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18" name="Google Shape;118;p19"/>
          <p:cNvPicPr preferRelativeResize="0"/>
          <p:nvPr/>
        </p:nvPicPr>
        <p:blipFill>
          <a:blip r:embed="rId4">
            <a:alphaModFix/>
          </a:blip>
          <a:stretch>
            <a:fillRect/>
          </a:stretch>
        </p:blipFill>
        <p:spPr>
          <a:xfrm>
            <a:off x="3997524" y="1121550"/>
            <a:ext cx="4858150" cy="3166850"/>
          </a:xfrm>
          <a:prstGeom prst="rect">
            <a:avLst/>
          </a:prstGeom>
          <a:noFill/>
          <a:ln>
            <a:noFill/>
          </a:ln>
        </p:spPr>
      </p:pic>
      <p:pic>
        <p:nvPicPr>
          <p:cNvPr id="119" name="Google Shape;119;p19"/>
          <p:cNvPicPr preferRelativeResize="0"/>
          <p:nvPr/>
        </p:nvPicPr>
        <p:blipFill>
          <a:blip r:embed="rId5">
            <a:alphaModFix/>
          </a:blip>
          <a:stretch>
            <a:fillRect/>
          </a:stretch>
        </p:blipFill>
        <p:spPr>
          <a:xfrm>
            <a:off x="328050" y="1884075"/>
            <a:ext cx="3448726" cy="182299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Project 4: Club Infrastructure</a:t>
            </a:r>
            <a:endParaRPr/>
          </a:p>
        </p:txBody>
      </p:sp>
      <p:pic>
        <p:nvPicPr>
          <p:cNvPr id="125" name="Google Shape;125;p20"/>
          <p:cNvPicPr preferRelativeResize="0"/>
          <p:nvPr/>
        </p:nvPicPr>
        <p:blipFill>
          <a:blip r:embed="rId3">
            <a:alphaModFix/>
          </a:blip>
          <a:stretch>
            <a:fillRect/>
          </a:stretch>
        </p:blipFill>
        <p:spPr>
          <a:xfrm>
            <a:off x="8611675" y="4665225"/>
            <a:ext cx="313176" cy="313176"/>
          </a:xfrm>
          <a:prstGeom prst="rect">
            <a:avLst/>
          </a:prstGeom>
          <a:noFill/>
          <a:ln>
            <a:noFill/>
          </a:ln>
        </p:spPr>
      </p:pic>
      <p:sp>
        <p:nvSpPr>
          <p:cNvPr id="126" name="Google Shape;126;p20"/>
          <p:cNvSpPr txBox="1"/>
          <p:nvPr/>
        </p:nvSpPr>
        <p:spPr>
          <a:xfrm>
            <a:off x="385025" y="1108725"/>
            <a:ext cx="7945500" cy="3153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Make crowdfunding through BTC Pay Server &amp; Voltage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Update club website</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Manage socials </a:t>
            </a:r>
            <a:endParaRPr sz="1800">
              <a:solidFill>
                <a:schemeClr val="lt1"/>
              </a:solidFill>
              <a:latin typeface="Proxima Nova"/>
              <a:ea typeface="Proxima Nova"/>
              <a:cs typeface="Proxima Nova"/>
              <a:sym typeface="Proxima Nova"/>
            </a:endParaRPr>
          </a:p>
          <a:p>
            <a:pPr indent="0" lvl="0" marL="457200" rtl="0" algn="l">
              <a:spcBef>
                <a:spcPts val="0"/>
              </a:spcBef>
              <a:spcAft>
                <a:spcPts val="0"/>
              </a:spcAft>
              <a:buNone/>
            </a:pPr>
            <a:r>
              <a:t/>
            </a:r>
            <a:endParaRPr sz="1800">
              <a:solidFill>
                <a:schemeClr val="lt1"/>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Project: 5: Subject Matter Expert </a:t>
            </a:r>
            <a:endParaRPr/>
          </a:p>
        </p:txBody>
      </p:sp>
      <p:pic>
        <p:nvPicPr>
          <p:cNvPr id="132" name="Google Shape;132;p21"/>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138" name="Google Shape;138;p22"/>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39" name="Google Shape;139;p22"/>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Attendance</a:t>
            </a:r>
            <a:endParaRPr/>
          </a:p>
        </p:txBody>
      </p:sp>
      <p:pic>
        <p:nvPicPr>
          <p:cNvPr id="145" name="Google Shape;145;p23"/>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46" name="Google Shape;146;p23"/>
          <p:cNvPicPr preferRelativeResize="0"/>
          <p:nvPr/>
        </p:nvPicPr>
        <p:blipFill rotWithShape="1">
          <a:blip r:embed="rId4">
            <a:alphaModFix/>
          </a:blip>
          <a:srcRect b="31503" l="6111" r="6834" t="3274"/>
          <a:stretch/>
        </p:blipFill>
        <p:spPr>
          <a:xfrm>
            <a:off x="2981175" y="1511925"/>
            <a:ext cx="2615675" cy="2752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52" name="Google Shape;152;p24"/>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153" name="Google Shape;153;p24"/>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154" name="Google Shape;154;p24"/>
          <p:cNvPicPr preferRelativeResize="0"/>
          <p:nvPr/>
        </p:nvPicPr>
        <p:blipFill>
          <a:blip r:embed="rId13">
            <a:alphaModFix/>
          </a:blip>
          <a:stretch>
            <a:fillRect/>
          </a:stretch>
        </p:blipFill>
        <p:spPr>
          <a:xfrm>
            <a:off x="184150" y="4695625"/>
            <a:ext cx="374483" cy="355476"/>
          </a:xfrm>
          <a:prstGeom prst="rect">
            <a:avLst/>
          </a:prstGeom>
          <a:noFill/>
          <a:ln>
            <a:noFill/>
          </a:ln>
        </p:spPr>
      </p:pic>
      <p:pic>
        <p:nvPicPr>
          <p:cNvPr id="155" name="Google Shape;155;p24"/>
          <p:cNvPicPr preferRelativeResize="0"/>
          <p:nvPr/>
        </p:nvPicPr>
        <p:blipFill>
          <a:blip r:embed="rId1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9" name="Shape 159"/>
        <p:cNvGrpSpPr/>
        <p:nvPr/>
      </p:nvGrpSpPr>
      <p:grpSpPr>
        <a:xfrm>
          <a:off x="0" y="0"/>
          <a:ext cx="0" cy="0"/>
          <a:chOff x="0" y="0"/>
          <a:chExt cx="0" cy="0"/>
        </a:xfrm>
      </p:grpSpPr>
      <p:sp>
        <p:nvSpPr>
          <p:cNvPr id="160" name="Google Shape;160;p25"/>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161" name="Google Shape;161;p2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62" name="Google Shape;162;p2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