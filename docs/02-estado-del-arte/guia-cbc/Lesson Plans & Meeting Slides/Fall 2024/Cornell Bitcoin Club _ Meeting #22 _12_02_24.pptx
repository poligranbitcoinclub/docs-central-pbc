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Lst>
  <p:sldSz cy="5143500" cx="9144000"/>
  <p:notesSz cx="6858000" cy="9144000"/>
  <p:embeddedFontLst>
    <p:embeddedFont>
      <p:font typeface="Proxima Nova"/>
      <p:regular r:id="rId9"/>
      <p:bold r:id="rId10"/>
      <p:italic r:id="rId11"/>
      <p:boldItalic r:id="rId12"/>
    </p:embeddedFont>
    <p:embeddedFont>
      <p:font typeface="Roboto"/>
      <p:regular r:id="rId13"/>
      <p:bold r:id="rId14"/>
      <p:italic r:id="rId15"/>
      <p:boldItalic r:id="rId16"/>
    </p:embeddedFont>
    <p:embeddedFont>
      <p:font typeface="Proxima Nova Semibold"/>
      <p:regular r:id="rId17"/>
      <p:bold r:id="rId18"/>
      <p:boldItalic r:id="rId19"/>
    </p:embeddedFont>
    <p:embeddedFont>
      <p:font typeface="Barlow"/>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Barlow-regular.fntdata"/><Relationship Id="rId11" Type="http://schemas.openxmlformats.org/officeDocument/2006/relationships/font" Target="fonts/ProximaNova-italic.fntdata"/><Relationship Id="rId22" Type="http://schemas.openxmlformats.org/officeDocument/2006/relationships/font" Target="fonts/Barlow-italic.fntdata"/><Relationship Id="rId10" Type="http://schemas.openxmlformats.org/officeDocument/2006/relationships/font" Target="fonts/ProximaNova-bold.fntdata"/><Relationship Id="rId21" Type="http://schemas.openxmlformats.org/officeDocument/2006/relationships/font" Target="fonts/Barlow-bold.fntdata"/><Relationship Id="rId13" Type="http://schemas.openxmlformats.org/officeDocument/2006/relationships/font" Target="fonts/Roboto-regular.fntdata"/><Relationship Id="rId12" Type="http://schemas.openxmlformats.org/officeDocument/2006/relationships/font" Target="fonts/ProximaNova-boldItalic.fntdata"/><Relationship Id="rId23" Type="http://schemas.openxmlformats.org/officeDocument/2006/relationships/font" Target="fonts/Barlow-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ProximaNova-regular.fntdata"/><Relationship Id="rId15" Type="http://schemas.openxmlformats.org/officeDocument/2006/relationships/font" Target="fonts/Roboto-italic.fntdata"/><Relationship Id="rId14" Type="http://schemas.openxmlformats.org/officeDocument/2006/relationships/font" Target="fonts/Roboto-bold.fntdata"/><Relationship Id="rId17" Type="http://schemas.openxmlformats.org/officeDocument/2006/relationships/font" Target="fonts/ProximaNovaSemibold-regular.fntdata"/><Relationship Id="rId16" Type="http://schemas.openxmlformats.org/officeDocument/2006/relationships/font" Target="fonts/Roboto-boldItalic.fntdata"/><Relationship Id="rId5" Type="http://schemas.openxmlformats.org/officeDocument/2006/relationships/slide" Target="slides/slide1.xml"/><Relationship Id="rId19" Type="http://schemas.openxmlformats.org/officeDocument/2006/relationships/font" Target="fonts/ProximaNovaSemibold-boldItalic.fntdata"/><Relationship Id="rId6" Type="http://schemas.openxmlformats.org/officeDocument/2006/relationships/slide" Target="slides/slide2.xml"/><Relationship Id="rId18" Type="http://schemas.openxmlformats.org/officeDocument/2006/relationships/font" Target="fonts/ProximaNovaSemibold-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1c119f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01c119f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149145d8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149145d8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16ea88755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16ea88755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#22: December 2,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pic>
        <p:nvPicPr>
          <p:cNvPr id="79" name="Google Shape;79;p14"/>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Guest</a:t>
            </a:r>
            <a:endParaRPr/>
          </a:p>
        </p:txBody>
      </p:sp>
      <p:pic>
        <p:nvPicPr>
          <p:cNvPr id="85" name="Google Shape;85;p15"/>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86" name="Google Shape;86;p15"/>
          <p:cNvPicPr preferRelativeResize="0"/>
          <p:nvPr/>
        </p:nvPicPr>
        <p:blipFill>
          <a:blip r:embed="rId4">
            <a:alphaModFix/>
          </a:blip>
          <a:stretch>
            <a:fillRect/>
          </a:stretch>
        </p:blipFill>
        <p:spPr>
          <a:xfrm>
            <a:off x="2905500" y="832925"/>
            <a:ext cx="4219649" cy="42196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0" name="Shape 90"/>
        <p:cNvGrpSpPr/>
        <p:nvPr/>
      </p:nvGrpSpPr>
      <p:grpSpPr>
        <a:xfrm>
          <a:off x="0" y="0"/>
          <a:ext cx="0" cy="0"/>
          <a:chOff x="0" y="0"/>
          <a:chExt cx="0" cy="0"/>
        </a:xfrm>
      </p:grpSpPr>
      <p:sp>
        <p:nvSpPr>
          <p:cNvPr id="91" name="Google Shape;91;p16"/>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92" name="Google Shape;92;p16"/>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93" name="Google Shape;93;p16"/>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