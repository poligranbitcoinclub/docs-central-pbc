
<file path=[Content_Types].xml><?xml version="1.0" encoding="utf-8"?>
<Types xmlns="http://schemas.openxmlformats.org/package/2006/content-types">
  <Default ContentType="image/jpeg" Extension="jpg"/>
  <Default ContentType="application/x-fontdata" Extension="fntdata"/>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15.xml"/>
  <Override ContentType="application/vnd.openxmlformats-officedocument.presentationml.notesSlide+xml" PartName="/ppt/notesSlides/notesSlide7.xml"/>
  <Override ContentType="application/vnd.openxmlformats-officedocument.presentationml.notesSlide+xml" PartName="/ppt/notesSlides/notesSlide11.xml"/>
  <Override ContentType="application/vnd.openxmlformats-officedocument.presentationml.notesSlide+xml" PartName="/ppt/notesSlides/notesSlide5.xml"/>
  <Override ContentType="application/vnd.openxmlformats-officedocument.presentationml.notesSlide+xml" PartName="/ppt/notesSlides/notesSlide12.xml"/>
  <Override ContentType="application/vnd.openxmlformats-officedocument.presentationml.notesSlide+xml" PartName="/ppt/notesSlides/notesSlide8.xml"/>
  <Override ContentType="application/vnd.openxmlformats-officedocument.presentationml.notesSlide+xml" PartName="/ppt/notesSlides/notesSlide14.xml"/>
  <Override ContentType="application/vnd.openxmlformats-officedocument.presentationml.notesSlide+xml" PartName="/ppt/notesSlides/notesSlide2.xml"/>
  <Override ContentType="application/vnd.openxmlformats-officedocument.presentationml.notesSlide+xml" PartName="/ppt/notesSlides/notesSlide4.xml"/>
  <Override ContentType="application/vnd.openxmlformats-officedocument.presentationml.notesSlide+xml" PartName="/ppt/notesSlides/notesSlide10.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1.xml"/>
  <Override ContentType="application/vnd.openxmlformats-officedocument.presentationml.slide+xml" PartName="/ppt/slides/slide1.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12.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8.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59" r:id="rId3"/>
  </p:sldMasterIdLst>
  <p:notesMasterIdLst>
    <p:notesMasterId r:id="rId4"/>
  </p:notesMasterIdLst>
  <p:sldIdLst>
    <p:sldId id="256" r:id="rId5"/>
    <p:sldId id="257" r:id="rId6"/>
    <p:sldId id="258" r:id="rId7"/>
    <p:sldId id="259" r:id="rId8"/>
    <p:sldId id="260" r:id="rId9"/>
    <p:sldId id="261" r:id="rId10"/>
    <p:sldId id="262" r:id="rId11"/>
    <p:sldId id="263" r:id="rId12"/>
    <p:sldId id="264" r:id="rId13"/>
    <p:sldId id="265" r:id="rId14"/>
    <p:sldId id="266" r:id="rId15"/>
    <p:sldId id="267" r:id="rId16"/>
    <p:sldId id="268" r:id="rId17"/>
    <p:sldId id="269" r:id="rId18"/>
    <p:sldId id="270" r:id="rId19"/>
  </p:sldIdLst>
  <p:sldSz cy="5143500" cx="9144000"/>
  <p:notesSz cx="6858000" cy="9144000"/>
  <p:embeddedFontLst>
    <p:embeddedFont>
      <p:font typeface="Proxima Nova"/>
      <p:regular r:id="rId20"/>
      <p:bold r:id="rId21"/>
      <p:italic r:id="rId22"/>
      <p:boldItalic r:id="rId23"/>
    </p:embeddedFont>
    <p:embeddedFont>
      <p:font typeface="Roboto"/>
      <p:regular r:id="rId24"/>
      <p:bold r:id="rId25"/>
      <p:italic r:id="rId26"/>
      <p:boldItalic r:id="rId27"/>
    </p:embeddedFont>
    <p:embeddedFont>
      <p:font typeface="Proxima Nova Semibold"/>
      <p:regular r:id="rId28"/>
      <p:bold r:id="rId29"/>
      <p:boldItalic r:id="rId30"/>
    </p:embeddedFont>
    <p:embeddedFont>
      <p:font typeface="Barlow"/>
      <p:regular r:id="rId31"/>
      <p:bold r:id="rId32"/>
      <p:italic r:id="rId33"/>
      <p:boldItalic r:id="rId34"/>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_rels/presentation.xml.rels><?xml version="1.0" encoding="UTF-8" standalone="yes"?><Relationships xmlns="http://schemas.openxmlformats.org/package/2006/relationships"><Relationship Id="rId20" Type="http://schemas.openxmlformats.org/officeDocument/2006/relationships/font" Target="fonts/ProximaNova-regular.fntdata"/><Relationship Id="rId22" Type="http://schemas.openxmlformats.org/officeDocument/2006/relationships/font" Target="fonts/ProximaNova-italic.fntdata"/><Relationship Id="rId21" Type="http://schemas.openxmlformats.org/officeDocument/2006/relationships/font" Target="fonts/ProximaNova-bold.fntdata"/><Relationship Id="rId24" Type="http://schemas.openxmlformats.org/officeDocument/2006/relationships/font" Target="fonts/Roboto-regular.fntdata"/><Relationship Id="rId23" Type="http://schemas.openxmlformats.org/officeDocument/2006/relationships/font" Target="fonts/ProximaNova-boldItalic.fntdata"/><Relationship Id="rId1" Type="http://schemas.openxmlformats.org/officeDocument/2006/relationships/theme" Target="theme/theme1.xml"/><Relationship Id="rId2" Type="http://schemas.openxmlformats.org/officeDocument/2006/relationships/presProps" Target="presProps.xml"/><Relationship Id="rId3" Type="http://schemas.openxmlformats.org/officeDocument/2006/relationships/slideMaster" Target="slideMasters/slideMaster1.xml"/><Relationship Id="rId4" Type="http://schemas.openxmlformats.org/officeDocument/2006/relationships/notesMaster" Target="notesMasters/notesMaster1.xml"/><Relationship Id="rId9" Type="http://schemas.openxmlformats.org/officeDocument/2006/relationships/slide" Target="slides/slide5.xml"/><Relationship Id="rId26" Type="http://schemas.openxmlformats.org/officeDocument/2006/relationships/font" Target="fonts/Roboto-italic.fntdata"/><Relationship Id="rId25" Type="http://schemas.openxmlformats.org/officeDocument/2006/relationships/font" Target="fonts/Roboto-bold.fntdata"/><Relationship Id="rId28" Type="http://schemas.openxmlformats.org/officeDocument/2006/relationships/font" Target="fonts/ProximaNovaSemibold-regular.fntdata"/><Relationship Id="rId27" Type="http://schemas.openxmlformats.org/officeDocument/2006/relationships/font" Target="fonts/Roboto-boldItalic.fntdata"/><Relationship Id="rId5" Type="http://schemas.openxmlformats.org/officeDocument/2006/relationships/slide" Target="slides/slide1.xml"/><Relationship Id="rId6" Type="http://schemas.openxmlformats.org/officeDocument/2006/relationships/slide" Target="slides/slide2.xml"/><Relationship Id="rId29" Type="http://schemas.openxmlformats.org/officeDocument/2006/relationships/font" Target="fonts/ProximaNovaSemibold-bold.fntdata"/><Relationship Id="rId7" Type="http://schemas.openxmlformats.org/officeDocument/2006/relationships/slide" Target="slides/slide3.xml"/><Relationship Id="rId8" Type="http://schemas.openxmlformats.org/officeDocument/2006/relationships/slide" Target="slides/slide4.xml"/><Relationship Id="rId31" Type="http://schemas.openxmlformats.org/officeDocument/2006/relationships/font" Target="fonts/Barlow-regular.fntdata"/><Relationship Id="rId30" Type="http://schemas.openxmlformats.org/officeDocument/2006/relationships/font" Target="fonts/ProximaNovaSemibold-boldItalic.fntdata"/><Relationship Id="rId11" Type="http://schemas.openxmlformats.org/officeDocument/2006/relationships/slide" Target="slides/slide7.xml"/><Relationship Id="rId33" Type="http://schemas.openxmlformats.org/officeDocument/2006/relationships/font" Target="fonts/Barlow-italic.fntdata"/><Relationship Id="rId10" Type="http://schemas.openxmlformats.org/officeDocument/2006/relationships/slide" Target="slides/slide6.xml"/><Relationship Id="rId32" Type="http://schemas.openxmlformats.org/officeDocument/2006/relationships/font" Target="fonts/Barlow-bold.fntdata"/><Relationship Id="rId13" Type="http://schemas.openxmlformats.org/officeDocument/2006/relationships/slide" Target="slides/slide9.xml"/><Relationship Id="rId12" Type="http://schemas.openxmlformats.org/officeDocument/2006/relationships/slide" Target="slides/slide8.xml"/><Relationship Id="rId34" Type="http://schemas.openxmlformats.org/officeDocument/2006/relationships/font" Target="fonts/Barlow-boldItalic.fntdata"/><Relationship Id="rId15" Type="http://schemas.openxmlformats.org/officeDocument/2006/relationships/slide" Target="slides/slide11.xml"/><Relationship Id="rId14" Type="http://schemas.openxmlformats.org/officeDocument/2006/relationships/slide" Target="slides/slide10.xml"/><Relationship Id="rId17" Type="http://schemas.openxmlformats.org/officeDocument/2006/relationships/slide" Target="slides/slide13.xml"/><Relationship Id="rId16" Type="http://schemas.openxmlformats.org/officeDocument/2006/relationships/slide" Target="slides/slide12.xml"/><Relationship Id="rId19" Type="http://schemas.openxmlformats.org/officeDocument/2006/relationships/slide" Target="slides/slide15.xml"/><Relationship Id="rId18"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hyperlink" Target="https://www.forbes.com/sites/digital-assets/2024/04/25/privacy-centric-bitcoin-wallet-founders-held-under-laundering-charges/?sh=32b0eb996874" TargetMode="External"/><Relationship Id="rId3" Type="http://schemas.openxmlformats.org/officeDocument/2006/relationships/hyperlink" Target="https://bitcoinmagazine.com/legal/samourai-did-nothing-wrong-self-custodial-tools-are-not-money-transmitters" TargetMode="External"/><Relationship Id="rId4" Type="http://schemas.openxmlformats.org/officeDocument/2006/relationships/hyperlink" Target="https://bitcoinmagazine.com/legal/a-further-crackdown-on-bitcoin-mixing-services-will-hurt-human-rights-activists" TargetMode="Externa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hyperlink" Target="https://b.tc/conference/2024/student" TargetMode="Externa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6" name="Shape 66"/>
        <p:cNvGrpSpPr/>
        <p:nvPr/>
      </p:nvGrpSpPr>
      <p:grpSpPr>
        <a:xfrm>
          <a:off x="0" y="0"/>
          <a:ext cx="0" cy="0"/>
          <a:chOff x="0" y="0"/>
          <a:chExt cx="0" cy="0"/>
        </a:xfrm>
      </p:grpSpPr>
      <p:sp>
        <p:nvSpPr>
          <p:cNvPr id="67" name="Google Shape;67;g2866d0df8e3_0_18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8" name="Google Shape;68;g2866d0df8e3_0_18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3" name="Shape 73"/>
        <p:cNvGrpSpPr/>
        <p:nvPr/>
      </p:nvGrpSpPr>
      <p:grpSpPr>
        <a:xfrm>
          <a:off x="0" y="0"/>
          <a:ext cx="0" cy="0"/>
          <a:chOff x="0" y="0"/>
          <a:chExt cx="0" cy="0"/>
        </a:xfrm>
      </p:grpSpPr>
      <p:sp>
        <p:nvSpPr>
          <p:cNvPr id="74" name="Google Shape;74;g2b95bedb7b6_0_73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5" name="Google Shape;75;g2b95bedb7b6_0_73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9" name="Shape 79"/>
        <p:cNvGrpSpPr/>
        <p:nvPr/>
      </p:nvGrpSpPr>
      <p:grpSpPr>
        <a:xfrm>
          <a:off x="0" y="0"/>
          <a:ext cx="0" cy="0"/>
          <a:chOff x="0" y="0"/>
          <a:chExt cx="0" cy="0"/>
        </a:xfrm>
      </p:grpSpPr>
      <p:sp>
        <p:nvSpPr>
          <p:cNvPr id="80" name="Google Shape;80;g2bb0aa8a778_0_77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81" name="Google Shape;81;g2bb0aa8a778_0_77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5" name="Shape 85"/>
        <p:cNvGrpSpPr/>
        <p:nvPr/>
      </p:nvGrpSpPr>
      <p:grpSpPr>
        <a:xfrm>
          <a:off x="0" y="0"/>
          <a:ext cx="0" cy="0"/>
          <a:chOff x="0" y="0"/>
          <a:chExt cx="0" cy="0"/>
        </a:xfrm>
      </p:grpSpPr>
      <p:sp>
        <p:nvSpPr>
          <p:cNvPr id="86" name="Google Shape;86;g26b02b0e43c_0_1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87" name="Google Shape;87;g26b02b0e43c_0_1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1" name="Shape 91"/>
        <p:cNvGrpSpPr/>
        <p:nvPr/>
      </p:nvGrpSpPr>
      <p:grpSpPr>
        <a:xfrm>
          <a:off x="0" y="0"/>
          <a:ext cx="0" cy="0"/>
          <a:chOff x="0" y="0"/>
          <a:chExt cx="0" cy="0"/>
        </a:xfrm>
      </p:grpSpPr>
      <p:sp>
        <p:nvSpPr>
          <p:cNvPr id="92" name="Google Shape;92;g26b02b0e43c_0_1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93" name="Google Shape;93;g26b02b0e43c_0_1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7" name="Shape 97"/>
        <p:cNvGrpSpPr/>
        <p:nvPr/>
      </p:nvGrpSpPr>
      <p:grpSpPr>
        <a:xfrm>
          <a:off x="0" y="0"/>
          <a:ext cx="0" cy="0"/>
          <a:chOff x="0" y="0"/>
          <a:chExt cx="0" cy="0"/>
        </a:xfrm>
      </p:grpSpPr>
      <p:sp>
        <p:nvSpPr>
          <p:cNvPr id="98" name="Google Shape;98;g26b02b0e43c_0_2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99" name="Google Shape;99;g26b02b0e43c_0_2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3" name="Shape 103"/>
        <p:cNvGrpSpPr/>
        <p:nvPr/>
      </p:nvGrpSpPr>
      <p:grpSpPr>
        <a:xfrm>
          <a:off x="0" y="0"/>
          <a:ext cx="0" cy="0"/>
          <a:chOff x="0" y="0"/>
          <a:chExt cx="0" cy="0"/>
        </a:xfrm>
      </p:grpSpPr>
      <p:sp>
        <p:nvSpPr>
          <p:cNvPr id="104" name="Google Shape;104;g2cfd1c18edf_0_9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05" name="Google Shape;105;g2cfd1c18edf_0_9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u="sng">
                <a:solidFill>
                  <a:schemeClr val="hlink"/>
                </a:solidFill>
                <a:hlinkClick r:id="rId2"/>
              </a:rPr>
              <a:t>https://www.forbes.com/sites/digital-assets/2024/04/25/privacy-centric-bitcoin-wallet-founders-held-under-laundering-charges/?sh=32b0eb996874</a:t>
            </a:r>
            <a:r>
              <a:rPr lang="en"/>
              <a:t> </a:t>
            </a:r>
            <a:endParaRPr/>
          </a:p>
          <a:p>
            <a:pPr indent="0" lvl="0" marL="0" rtl="0" algn="l">
              <a:spcBef>
                <a:spcPts val="0"/>
              </a:spcBef>
              <a:spcAft>
                <a:spcPts val="0"/>
              </a:spcAft>
              <a:buNone/>
            </a:pPr>
            <a:r>
              <a:rPr lang="en" u="sng">
                <a:solidFill>
                  <a:schemeClr val="hlink"/>
                </a:solidFill>
                <a:hlinkClick r:id="rId3"/>
              </a:rPr>
              <a:t>https://bitcoinmagazine.com/legal/samourai-did-nothing-wrong-self-custodial-tools-are-not-money-transmitters</a:t>
            </a:r>
            <a:r>
              <a:rPr lang="en"/>
              <a:t> </a:t>
            </a:r>
            <a:endParaRPr/>
          </a:p>
          <a:p>
            <a:pPr indent="0" lvl="0" marL="0" rtl="0" algn="l">
              <a:spcBef>
                <a:spcPts val="0"/>
              </a:spcBef>
              <a:spcAft>
                <a:spcPts val="0"/>
              </a:spcAft>
              <a:buNone/>
            </a:pPr>
            <a:r>
              <a:rPr lang="en" u="sng">
                <a:solidFill>
                  <a:schemeClr val="hlink"/>
                </a:solidFill>
                <a:hlinkClick r:id="rId4"/>
              </a:rPr>
              <a:t>https://bitcoinmagazine.com/legal/a-further-crackdown-on-bitcoin-mixing-services-will-hurt-human-rights-activists</a:t>
            </a:r>
            <a:r>
              <a:rPr lang="en"/>
              <a:t> </a:t>
            </a: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2" name="Shape 112"/>
        <p:cNvGrpSpPr/>
        <p:nvPr/>
      </p:nvGrpSpPr>
      <p:grpSpPr>
        <a:xfrm>
          <a:off x="0" y="0"/>
          <a:ext cx="0" cy="0"/>
          <a:chOff x="0" y="0"/>
          <a:chExt cx="0" cy="0"/>
        </a:xfrm>
      </p:grpSpPr>
      <p:sp>
        <p:nvSpPr>
          <p:cNvPr id="113" name="Google Shape;113;g2cfd1c18edf_0_12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14" name="Google Shape;114;g2cfd1c18edf_0_12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0" name="Shape 120"/>
        <p:cNvGrpSpPr/>
        <p:nvPr/>
      </p:nvGrpSpPr>
      <p:grpSpPr>
        <a:xfrm>
          <a:off x="0" y="0"/>
          <a:ext cx="0" cy="0"/>
          <a:chOff x="0" y="0"/>
          <a:chExt cx="0" cy="0"/>
        </a:xfrm>
      </p:grpSpPr>
      <p:sp>
        <p:nvSpPr>
          <p:cNvPr id="121" name="Google Shape;121;g2cfd1c18edf_0_13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22" name="Google Shape;122;g2cfd1c18edf_0_13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7" name="Shape 127"/>
        <p:cNvGrpSpPr/>
        <p:nvPr/>
      </p:nvGrpSpPr>
      <p:grpSpPr>
        <a:xfrm>
          <a:off x="0" y="0"/>
          <a:ext cx="0" cy="0"/>
          <a:chOff x="0" y="0"/>
          <a:chExt cx="0" cy="0"/>
        </a:xfrm>
      </p:grpSpPr>
      <p:sp>
        <p:nvSpPr>
          <p:cNvPr id="128" name="Google Shape;128;g2cfd1c18edf_0_10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29" name="Google Shape;129;g2cfd1c18edf_0_10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4" name="Shape 134"/>
        <p:cNvGrpSpPr/>
        <p:nvPr/>
      </p:nvGrpSpPr>
      <p:grpSpPr>
        <a:xfrm>
          <a:off x="0" y="0"/>
          <a:ext cx="0" cy="0"/>
          <a:chOff x="0" y="0"/>
          <a:chExt cx="0" cy="0"/>
        </a:xfrm>
      </p:grpSpPr>
      <p:sp>
        <p:nvSpPr>
          <p:cNvPr id="135" name="Google Shape;135;g2686e27fd3b_0_20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36" name="Google Shape;136;g2686e27fd3b_0_20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0" name="Shape 140"/>
        <p:cNvGrpSpPr/>
        <p:nvPr/>
      </p:nvGrpSpPr>
      <p:grpSpPr>
        <a:xfrm>
          <a:off x="0" y="0"/>
          <a:ext cx="0" cy="0"/>
          <a:chOff x="0" y="0"/>
          <a:chExt cx="0" cy="0"/>
        </a:xfrm>
      </p:grpSpPr>
      <p:sp>
        <p:nvSpPr>
          <p:cNvPr id="141" name="Google Shape;141;g26869403eb0_0_65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42" name="Google Shape;142;g26869403eb0_0_65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u="sng">
                <a:solidFill>
                  <a:schemeClr val="hlink"/>
                </a:solidFill>
                <a:hlinkClick r:id="rId2"/>
              </a:rPr>
              <a:t>https://b.tc/conference/2024/student</a:t>
            </a:r>
            <a:r>
              <a:rPr lang="en"/>
              <a:t> </a:t>
            </a:r>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6" name="Shape 146"/>
        <p:cNvGrpSpPr/>
        <p:nvPr/>
      </p:nvGrpSpPr>
      <p:grpSpPr>
        <a:xfrm>
          <a:off x="0" y="0"/>
          <a:ext cx="0" cy="0"/>
          <a:chOff x="0" y="0"/>
          <a:chExt cx="0" cy="0"/>
        </a:xfrm>
      </p:grpSpPr>
      <p:sp>
        <p:nvSpPr>
          <p:cNvPr id="147" name="Google Shape;147;g2866d0df8e3_0_9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48" name="Google Shape;148;g2866d0df8e3_0_9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2" name="Shape 152"/>
        <p:cNvGrpSpPr/>
        <p:nvPr/>
      </p:nvGrpSpPr>
      <p:grpSpPr>
        <a:xfrm>
          <a:off x="0" y="0"/>
          <a:ext cx="0" cy="0"/>
          <a:chOff x="0" y="0"/>
          <a:chExt cx="0" cy="0"/>
        </a:xfrm>
      </p:grpSpPr>
      <p:sp>
        <p:nvSpPr>
          <p:cNvPr id="153" name="Google Shape;153;g26869403eb0_0_70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54" name="Google Shape;154;g26869403eb0_0_70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0" name="Shape 160"/>
        <p:cNvGrpSpPr/>
        <p:nvPr/>
      </p:nvGrpSpPr>
      <p:grpSpPr>
        <a:xfrm>
          <a:off x="0" y="0"/>
          <a:ext cx="0" cy="0"/>
          <a:chOff x="0" y="0"/>
          <a:chExt cx="0" cy="0"/>
        </a:xfrm>
      </p:grpSpPr>
      <p:sp>
        <p:nvSpPr>
          <p:cNvPr id="161" name="Google Shape;161;g2866d0df8e3_0_14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62" name="Google Shape;162;g2866d0df8e3_0_14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png"/></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png"/></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png"/></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bg>
      <p:bgPr>
        <a:solidFill>
          <a:srgbClr val="000000"/>
        </a:solidFill>
      </p:bgPr>
    </p:bg>
    <p:spTree>
      <p:nvGrpSpPr>
        <p:cNvPr id="9" name="Shape 9"/>
        <p:cNvGrpSpPr/>
        <p:nvPr/>
      </p:nvGrpSpPr>
      <p:grpSpPr>
        <a:xfrm>
          <a:off x="0" y="0"/>
          <a:ext cx="0" cy="0"/>
          <a:chOff x="0" y="0"/>
          <a:chExt cx="0" cy="0"/>
        </a:xfrm>
      </p:grpSpPr>
      <p:sp>
        <p:nvSpPr>
          <p:cNvPr id="10" name="Google Shape;10;p2"/>
          <p:cNvSpPr/>
          <p:nvPr/>
        </p:nvSpPr>
        <p:spPr>
          <a:xfrm flipH="1">
            <a:off x="8246400" y="4245925"/>
            <a:ext cx="897600" cy="897600"/>
          </a:xfrm>
          <a:prstGeom prst="rtTriangle">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 name="Google Shape;11;p2"/>
          <p:cNvSpPr/>
          <p:nvPr/>
        </p:nvSpPr>
        <p:spPr>
          <a:xfrm flipH="1">
            <a:off x="8246400" y="4245875"/>
            <a:ext cx="897600" cy="897600"/>
          </a:xfrm>
          <a:prstGeom prst="round1Rect">
            <a:avLst>
              <a:gd fmla="val 16667" name="adj"/>
            </a:avLst>
          </a:prstGeom>
          <a:solidFill>
            <a:schemeClr val="lt1">
              <a:alpha val="6808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 name="Google Shape;12;p2"/>
          <p:cNvSpPr txBox="1"/>
          <p:nvPr>
            <p:ph type="ctrTitle"/>
          </p:nvPr>
        </p:nvSpPr>
        <p:spPr>
          <a:xfrm>
            <a:off x="390525" y="1819275"/>
            <a:ext cx="8222100" cy="933600"/>
          </a:xfrm>
          <a:prstGeom prst="rect">
            <a:avLst/>
          </a:prstGeom>
        </p:spPr>
        <p:txBody>
          <a:bodyPr anchorCtr="0" anchor="b" bIns="91425" lIns="91425" spcFirstLastPara="1" rIns="91425" wrap="square" tIns="91425">
            <a:normAutofit/>
          </a:bodyPr>
          <a:lstStyle>
            <a:lvl1pPr lvl="0">
              <a:spcBef>
                <a:spcPts val="0"/>
              </a:spcBef>
              <a:spcAft>
                <a:spcPts val="0"/>
              </a:spcAft>
              <a:buSzPts val="4800"/>
              <a:buFont typeface="Proxima Nova"/>
              <a:buNone/>
              <a:defRPr sz="4800">
                <a:latin typeface="Proxima Nova"/>
                <a:ea typeface="Proxima Nova"/>
                <a:cs typeface="Proxima Nova"/>
                <a:sym typeface="Proxima Nova"/>
              </a:defRPr>
            </a:lvl1pPr>
            <a:lvl2pPr lvl="1">
              <a:spcBef>
                <a:spcPts val="0"/>
              </a:spcBef>
              <a:spcAft>
                <a:spcPts val="0"/>
              </a:spcAft>
              <a:buSzPts val="4800"/>
              <a:buNone/>
              <a:defRPr sz="4800"/>
            </a:lvl2pPr>
            <a:lvl3pPr lvl="2">
              <a:spcBef>
                <a:spcPts val="0"/>
              </a:spcBef>
              <a:spcAft>
                <a:spcPts val="0"/>
              </a:spcAft>
              <a:buSzPts val="4800"/>
              <a:buNone/>
              <a:defRPr sz="4800"/>
            </a:lvl3pPr>
            <a:lvl4pPr lvl="3">
              <a:spcBef>
                <a:spcPts val="0"/>
              </a:spcBef>
              <a:spcAft>
                <a:spcPts val="0"/>
              </a:spcAft>
              <a:buSzPts val="4800"/>
              <a:buNone/>
              <a:defRPr sz="4800"/>
            </a:lvl4pPr>
            <a:lvl5pPr lvl="4">
              <a:spcBef>
                <a:spcPts val="0"/>
              </a:spcBef>
              <a:spcAft>
                <a:spcPts val="0"/>
              </a:spcAft>
              <a:buSzPts val="4800"/>
              <a:buNone/>
              <a:defRPr sz="4800"/>
            </a:lvl5pPr>
            <a:lvl6pPr lvl="5">
              <a:spcBef>
                <a:spcPts val="0"/>
              </a:spcBef>
              <a:spcAft>
                <a:spcPts val="0"/>
              </a:spcAft>
              <a:buSzPts val="4800"/>
              <a:buNone/>
              <a:defRPr sz="4800"/>
            </a:lvl6pPr>
            <a:lvl7pPr lvl="6">
              <a:spcBef>
                <a:spcPts val="0"/>
              </a:spcBef>
              <a:spcAft>
                <a:spcPts val="0"/>
              </a:spcAft>
              <a:buSzPts val="4800"/>
              <a:buNone/>
              <a:defRPr sz="4800"/>
            </a:lvl7pPr>
            <a:lvl8pPr lvl="7">
              <a:spcBef>
                <a:spcPts val="0"/>
              </a:spcBef>
              <a:spcAft>
                <a:spcPts val="0"/>
              </a:spcAft>
              <a:buSzPts val="4800"/>
              <a:buNone/>
              <a:defRPr sz="4800"/>
            </a:lvl8pPr>
            <a:lvl9pPr lvl="8">
              <a:spcBef>
                <a:spcPts val="0"/>
              </a:spcBef>
              <a:spcAft>
                <a:spcPts val="0"/>
              </a:spcAft>
              <a:buSzPts val="4800"/>
              <a:buNone/>
              <a:defRPr sz="4800"/>
            </a:lvl9pPr>
          </a:lstStyle>
          <a:p/>
        </p:txBody>
      </p:sp>
      <p:sp>
        <p:nvSpPr>
          <p:cNvPr id="13" name="Google Shape;13;p2"/>
          <p:cNvSpPr txBox="1"/>
          <p:nvPr>
            <p:ph idx="1" type="subTitle"/>
          </p:nvPr>
        </p:nvSpPr>
        <p:spPr>
          <a:xfrm>
            <a:off x="390525" y="2789130"/>
            <a:ext cx="8222100" cy="432900"/>
          </a:xfrm>
          <a:prstGeom prst="rect">
            <a:avLst/>
          </a:prstGeom>
        </p:spPr>
        <p:txBody>
          <a:bodyPr anchorCtr="0" anchor="t" bIns="91425" lIns="91425" spcFirstLastPara="1" rIns="91425" wrap="square" tIns="91425">
            <a:normAutofit/>
          </a:bodyPr>
          <a:lstStyle>
            <a:lvl1pPr lvl="0">
              <a:lnSpc>
                <a:spcPct val="100000"/>
              </a:lnSpc>
              <a:spcBef>
                <a:spcPts val="0"/>
              </a:spcBef>
              <a:spcAft>
                <a:spcPts val="0"/>
              </a:spcAft>
              <a:buClr>
                <a:schemeClr val="lt1"/>
              </a:buClr>
              <a:buSzPts val="1800"/>
              <a:buNone/>
              <a:defRPr>
                <a:solidFill>
                  <a:schemeClr val="lt1"/>
                </a:solidFill>
              </a:defRPr>
            </a:lvl1pPr>
            <a:lvl2pPr lvl="1">
              <a:lnSpc>
                <a:spcPct val="100000"/>
              </a:lnSpc>
              <a:spcBef>
                <a:spcPts val="0"/>
              </a:spcBef>
              <a:spcAft>
                <a:spcPts val="0"/>
              </a:spcAft>
              <a:buClr>
                <a:schemeClr val="lt1"/>
              </a:buClr>
              <a:buSzPts val="1800"/>
              <a:buNone/>
              <a:defRPr sz="1800">
                <a:solidFill>
                  <a:schemeClr val="lt1"/>
                </a:solidFill>
              </a:defRPr>
            </a:lvl2pPr>
            <a:lvl3pPr lvl="2">
              <a:lnSpc>
                <a:spcPct val="100000"/>
              </a:lnSpc>
              <a:spcBef>
                <a:spcPts val="0"/>
              </a:spcBef>
              <a:spcAft>
                <a:spcPts val="0"/>
              </a:spcAft>
              <a:buClr>
                <a:schemeClr val="lt1"/>
              </a:buClr>
              <a:buSzPts val="1800"/>
              <a:buNone/>
              <a:defRPr sz="1800">
                <a:solidFill>
                  <a:schemeClr val="lt1"/>
                </a:solidFill>
              </a:defRPr>
            </a:lvl3pPr>
            <a:lvl4pPr lvl="3">
              <a:lnSpc>
                <a:spcPct val="100000"/>
              </a:lnSpc>
              <a:spcBef>
                <a:spcPts val="0"/>
              </a:spcBef>
              <a:spcAft>
                <a:spcPts val="0"/>
              </a:spcAft>
              <a:buClr>
                <a:schemeClr val="lt1"/>
              </a:buClr>
              <a:buSzPts val="1800"/>
              <a:buNone/>
              <a:defRPr sz="1800">
                <a:solidFill>
                  <a:schemeClr val="lt1"/>
                </a:solidFill>
              </a:defRPr>
            </a:lvl4pPr>
            <a:lvl5pPr lvl="4">
              <a:lnSpc>
                <a:spcPct val="100000"/>
              </a:lnSpc>
              <a:spcBef>
                <a:spcPts val="0"/>
              </a:spcBef>
              <a:spcAft>
                <a:spcPts val="0"/>
              </a:spcAft>
              <a:buClr>
                <a:schemeClr val="lt1"/>
              </a:buClr>
              <a:buSzPts val="1800"/>
              <a:buNone/>
              <a:defRPr sz="1800">
                <a:solidFill>
                  <a:schemeClr val="lt1"/>
                </a:solidFill>
              </a:defRPr>
            </a:lvl5pPr>
            <a:lvl6pPr lvl="5">
              <a:lnSpc>
                <a:spcPct val="100000"/>
              </a:lnSpc>
              <a:spcBef>
                <a:spcPts val="0"/>
              </a:spcBef>
              <a:spcAft>
                <a:spcPts val="0"/>
              </a:spcAft>
              <a:buClr>
                <a:schemeClr val="lt1"/>
              </a:buClr>
              <a:buSzPts val="1800"/>
              <a:buNone/>
              <a:defRPr sz="1800">
                <a:solidFill>
                  <a:schemeClr val="lt1"/>
                </a:solidFill>
              </a:defRPr>
            </a:lvl6pPr>
            <a:lvl7pPr lvl="6">
              <a:lnSpc>
                <a:spcPct val="100000"/>
              </a:lnSpc>
              <a:spcBef>
                <a:spcPts val="0"/>
              </a:spcBef>
              <a:spcAft>
                <a:spcPts val="0"/>
              </a:spcAft>
              <a:buClr>
                <a:schemeClr val="lt1"/>
              </a:buClr>
              <a:buSzPts val="1800"/>
              <a:buNone/>
              <a:defRPr sz="1800">
                <a:solidFill>
                  <a:schemeClr val="lt1"/>
                </a:solidFill>
              </a:defRPr>
            </a:lvl7pPr>
            <a:lvl8pPr lvl="7">
              <a:lnSpc>
                <a:spcPct val="100000"/>
              </a:lnSpc>
              <a:spcBef>
                <a:spcPts val="0"/>
              </a:spcBef>
              <a:spcAft>
                <a:spcPts val="0"/>
              </a:spcAft>
              <a:buClr>
                <a:schemeClr val="lt1"/>
              </a:buClr>
              <a:buSzPts val="1800"/>
              <a:buNone/>
              <a:defRPr sz="1800">
                <a:solidFill>
                  <a:schemeClr val="lt1"/>
                </a:solidFill>
              </a:defRPr>
            </a:lvl8pPr>
            <a:lvl9pPr lvl="8">
              <a:lnSpc>
                <a:spcPct val="100000"/>
              </a:lnSpc>
              <a:spcBef>
                <a:spcPts val="0"/>
              </a:spcBef>
              <a:spcAft>
                <a:spcPts val="0"/>
              </a:spcAft>
              <a:buClr>
                <a:schemeClr val="lt1"/>
              </a:buClr>
              <a:buSzPts val="1800"/>
              <a:buNone/>
              <a:defRPr sz="1800">
                <a:solidFill>
                  <a:schemeClr val="lt1"/>
                </a:solidFill>
              </a:defRPr>
            </a:lvl9pPr>
          </a:lstStyle>
          <a:p/>
        </p:txBody>
      </p:sp>
      <p:sp>
        <p:nvSpPr>
          <p:cNvPr id="14" name="Google Shape;14;p2"/>
          <p:cNvSpPr txBox="1"/>
          <p:nvPr>
            <p:ph idx="12" type="sldNum"/>
          </p:nvPr>
        </p:nvSpPr>
        <p:spPr>
          <a:xfrm>
            <a:off x="8523541" y="4695623"/>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15" name="Shape 15"/>
        <p:cNvGrpSpPr/>
        <p:nvPr/>
      </p:nvGrpSpPr>
      <p:grpSpPr>
        <a:xfrm>
          <a:off x="0" y="0"/>
          <a:ext cx="0" cy="0"/>
          <a:chOff x="0" y="0"/>
          <a:chExt cx="0" cy="0"/>
        </a:xfrm>
      </p:grpSpPr>
      <p:sp>
        <p:nvSpPr>
          <p:cNvPr id="16" name="Google Shape;16;p3"/>
          <p:cNvSpPr txBox="1"/>
          <p:nvPr>
            <p:ph type="title"/>
          </p:nvPr>
        </p:nvSpPr>
        <p:spPr>
          <a:xfrm>
            <a:off x="460950" y="2065350"/>
            <a:ext cx="8222100" cy="1012800"/>
          </a:xfrm>
          <a:prstGeom prst="rect">
            <a:avLst/>
          </a:prstGeom>
        </p:spPr>
        <p:txBody>
          <a:bodyPr anchorCtr="0" anchor="ctr" bIns="91425" lIns="91425" spcFirstLastPara="1" rIns="91425" wrap="square" tIns="91425">
            <a:normAutofit/>
          </a:bodyPr>
          <a:lstStyle>
            <a:lvl1pPr lvl="0">
              <a:spcBef>
                <a:spcPts val="0"/>
              </a:spcBef>
              <a:spcAft>
                <a:spcPts val="0"/>
              </a:spcAft>
              <a:buSzPts val="4200"/>
              <a:buFont typeface="Proxima Nova"/>
              <a:buNone/>
              <a:defRPr sz="4200">
                <a:latin typeface="Proxima Nova"/>
                <a:ea typeface="Proxima Nova"/>
                <a:cs typeface="Proxima Nova"/>
                <a:sym typeface="Proxima Nova"/>
              </a:defRPr>
            </a:lvl1pPr>
            <a:lvl2pPr lvl="1">
              <a:spcBef>
                <a:spcPts val="0"/>
              </a:spcBef>
              <a:spcAft>
                <a:spcPts val="0"/>
              </a:spcAft>
              <a:buSzPts val="4200"/>
              <a:buNone/>
              <a:defRPr sz="4200"/>
            </a:lvl2pPr>
            <a:lvl3pPr lvl="2">
              <a:spcBef>
                <a:spcPts val="0"/>
              </a:spcBef>
              <a:spcAft>
                <a:spcPts val="0"/>
              </a:spcAft>
              <a:buSzPts val="4200"/>
              <a:buNone/>
              <a:defRPr sz="4200"/>
            </a:lvl3pPr>
            <a:lvl4pPr lvl="3">
              <a:spcBef>
                <a:spcPts val="0"/>
              </a:spcBef>
              <a:spcAft>
                <a:spcPts val="0"/>
              </a:spcAft>
              <a:buSzPts val="4200"/>
              <a:buNone/>
              <a:defRPr sz="4200"/>
            </a:lvl4pPr>
            <a:lvl5pPr lvl="4">
              <a:spcBef>
                <a:spcPts val="0"/>
              </a:spcBef>
              <a:spcAft>
                <a:spcPts val="0"/>
              </a:spcAft>
              <a:buSzPts val="4200"/>
              <a:buNone/>
              <a:defRPr sz="4200"/>
            </a:lvl5pPr>
            <a:lvl6pPr lvl="5">
              <a:spcBef>
                <a:spcPts val="0"/>
              </a:spcBef>
              <a:spcAft>
                <a:spcPts val="0"/>
              </a:spcAft>
              <a:buSzPts val="4200"/>
              <a:buNone/>
              <a:defRPr sz="4200"/>
            </a:lvl6pPr>
            <a:lvl7pPr lvl="6">
              <a:spcBef>
                <a:spcPts val="0"/>
              </a:spcBef>
              <a:spcAft>
                <a:spcPts val="0"/>
              </a:spcAft>
              <a:buSzPts val="4200"/>
              <a:buNone/>
              <a:defRPr sz="4200"/>
            </a:lvl7pPr>
            <a:lvl8pPr lvl="7">
              <a:spcBef>
                <a:spcPts val="0"/>
              </a:spcBef>
              <a:spcAft>
                <a:spcPts val="0"/>
              </a:spcAft>
              <a:buSzPts val="4200"/>
              <a:buNone/>
              <a:defRPr sz="4200"/>
            </a:lvl8pPr>
            <a:lvl9pPr lvl="8">
              <a:spcBef>
                <a:spcPts val="0"/>
              </a:spcBef>
              <a:spcAft>
                <a:spcPts val="0"/>
              </a:spcAft>
              <a:buSzPts val="4200"/>
              <a:buNone/>
              <a:defRPr sz="4200"/>
            </a:lvl9pPr>
          </a:lstStyle>
          <a:p/>
        </p:txBody>
      </p:sp>
      <p:sp>
        <p:nvSpPr>
          <p:cNvPr id="17" name="Google Shape;17;p3"/>
          <p:cNvSpPr txBox="1"/>
          <p:nvPr>
            <p:ph idx="12" type="sldNum"/>
          </p:nvPr>
        </p:nvSpPr>
        <p:spPr>
          <a:xfrm>
            <a:off x="8523541" y="4695623"/>
            <a:ext cx="548700" cy="393600"/>
          </a:xfrm>
          <a:prstGeom prst="rect">
            <a:avLst/>
          </a:prstGeom>
        </p:spPr>
        <p:txBody>
          <a:bodyPr anchorCtr="0" anchor="ctr" bIns="91425" lIns="91425" spcFirstLastPara="1" rIns="91425" wrap="square" tIns="91425">
            <a:normAutofit/>
          </a:bodyPr>
          <a:lstStyle>
            <a:lvl1pPr lvl="0">
              <a:buNone/>
              <a:defRPr>
                <a:solidFill>
                  <a:schemeClr val="lt1"/>
                </a:solidFill>
              </a:defRPr>
            </a:lvl1pPr>
            <a:lvl2pPr lvl="1">
              <a:buNone/>
              <a:defRPr>
                <a:solidFill>
                  <a:schemeClr val="lt1"/>
                </a:solidFill>
              </a:defRPr>
            </a:lvl2pPr>
            <a:lvl3pPr lvl="2">
              <a:buNone/>
              <a:defRPr>
                <a:solidFill>
                  <a:schemeClr val="lt1"/>
                </a:solidFill>
              </a:defRPr>
            </a:lvl3pPr>
            <a:lvl4pPr lvl="3">
              <a:buNone/>
              <a:defRPr>
                <a:solidFill>
                  <a:schemeClr val="lt1"/>
                </a:solidFill>
              </a:defRPr>
            </a:lvl4pPr>
            <a:lvl5pPr lvl="4">
              <a:buNone/>
              <a:defRPr>
                <a:solidFill>
                  <a:schemeClr val="lt1"/>
                </a:solidFill>
              </a:defRPr>
            </a:lvl5pPr>
            <a:lvl6pPr lvl="5">
              <a:buNone/>
              <a:defRPr>
                <a:solidFill>
                  <a:schemeClr val="lt1"/>
                </a:solidFill>
              </a:defRPr>
            </a:lvl6pPr>
            <a:lvl7pPr lvl="6">
              <a:buNone/>
              <a:defRPr>
                <a:solidFill>
                  <a:schemeClr val="lt1"/>
                </a:solidFill>
              </a:defRPr>
            </a:lvl7pPr>
            <a:lvl8pPr lvl="7">
              <a:buNone/>
              <a:defRPr>
                <a:solidFill>
                  <a:schemeClr val="lt1"/>
                </a:solidFill>
              </a:defRPr>
            </a:lvl8pPr>
            <a:lvl9pPr lvl="8">
              <a:buNone/>
              <a:defRPr>
                <a:solidFill>
                  <a:schemeClr val="lt1"/>
                </a:solidFil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18" name="Shape 18"/>
        <p:cNvGrpSpPr/>
        <p:nvPr/>
      </p:nvGrpSpPr>
      <p:grpSpPr>
        <a:xfrm>
          <a:off x="0" y="0"/>
          <a:ext cx="0" cy="0"/>
          <a:chOff x="0" y="0"/>
          <a:chExt cx="0" cy="0"/>
        </a:xfrm>
      </p:grpSpPr>
      <p:sp>
        <p:nvSpPr>
          <p:cNvPr id="19" name="Google Shape;19;p4"/>
          <p:cNvSpPr/>
          <p:nvPr/>
        </p:nvSpPr>
        <p:spPr>
          <a:xfrm flipH="1" rot="10800000">
            <a:off x="0" y="1686000"/>
            <a:ext cx="9144000" cy="3457500"/>
          </a:xfrm>
          <a:prstGeom prst="rect">
            <a:avLst/>
          </a:prstGeom>
          <a:solidFill>
            <a:srgbClr val="00000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 name="Google Shape;20;p4"/>
          <p:cNvSpPr/>
          <p:nvPr/>
        </p:nvSpPr>
        <p:spPr>
          <a:xfrm>
            <a:off x="0" y="1686000"/>
            <a:ext cx="9144000" cy="108600"/>
          </a:xfrm>
          <a:prstGeom prst="rect">
            <a:avLst/>
          </a:prstGeom>
          <a:gradFill>
            <a:gsLst>
              <a:gs pos="0">
                <a:srgbClr val="F9F9F9"/>
              </a:gs>
              <a:gs pos="36000">
                <a:srgbClr val="F9F9F9"/>
              </a:gs>
              <a:gs pos="80000">
                <a:srgbClr val="DEDEDE"/>
              </a:gs>
              <a:gs pos="100000">
                <a:srgbClr val="999999"/>
              </a:gs>
            </a:gsLst>
            <a:lin ang="16200038"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 name="Google Shape;21;p4"/>
          <p:cNvSpPr txBox="1"/>
          <p:nvPr>
            <p:ph type="title"/>
          </p:nvPr>
        </p:nvSpPr>
        <p:spPr>
          <a:xfrm>
            <a:off x="471900" y="738725"/>
            <a:ext cx="8222100" cy="767700"/>
          </a:xfrm>
          <a:prstGeom prst="rect">
            <a:avLst/>
          </a:prstGeom>
        </p:spPr>
        <p:txBody>
          <a:bodyPr anchorCtr="0" anchor="b" bIns="91425" lIns="91425" spcFirstLastPara="1" rIns="91425" wrap="square" tIns="91425">
            <a:normAutofit/>
          </a:bodyPr>
          <a:lstStyle>
            <a:lvl1pPr lvl="0">
              <a:spcBef>
                <a:spcPts val="0"/>
              </a:spcBef>
              <a:spcAft>
                <a:spcPts val="0"/>
              </a:spcAft>
              <a:buSzPts val="3200"/>
              <a:buFont typeface="Proxima Nova"/>
              <a:buNone/>
              <a:defRPr>
                <a:latin typeface="Proxima Nova"/>
                <a:ea typeface="Proxima Nova"/>
                <a:cs typeface="Proxima Nova"/>
                <a:sym typeface="Proxima Nova"/>
              </a:defRPr>
            </a:lvl1pPr>
            <a:lvl2pPr lvl="1">
              <a:spcBef>
                <a:spcPts val="0"/>
              </a:spcBef>
              <a:spcAft>
                <a:spcPts val="0"/>
              </a:spcAft>
              <a:buSzPts val="3200"/>
              <a:buNone/>
              <a:defRPr/>
            </a:lvl2pPr>
            <a:lvl3pPr lvl="2">
              <a:spcBef>
                <a:spcPts val="0"/>
              </a:spcBef>
              <a:spcAft>
                <a:spcPts val="0"/>
              </a:spcAft>
              <a:buSzPts val="3200"/>
              <a:buNone/>
              <a:defRPr/>
            </a:lvl3pPr>
            <a:lvl4pPr lvl="3">
              <a:spcBef>
                <a:spcPts val="0"/>
              </a:spcBef>
              <a:spcAft>
                <a:spcPts val="0"/>
              </a:spcAft>
              <a:buSzPts val="3200"/>
              <a:buNone/>
              <a:defRPr/>
            </a:lvl4pPr>
            <a:lvl5pPr lvl="4">
              <a:spcBef>
                <a:spcPts val="0"/>
              </a:spcBef>
              <a:spcAft>
                <a:spcPts val="0"/>
              </a:spcAft>
              <a:buSzPts val="3200"/>
              <a:buNone/>
              <a:defRPr/>
            </a:lvl5pPr>
            <a:lvl6pPr lvl="5">
              <a:spcBef>
                <a:spcPts val="0"/>
              </a:spcBef>
              <a:spcAft>
                <a:spcPts val="0"/>
              </a:spcAft>
              <a:buSzPts val="3200"/>
              <a:buNone/>
              <a:defRPr/>
            </a:lvl6pPr>
            <a:lvl7pPr lvl="6">
              <a:spcBef>
                <a:spcPts val="0"/>
              </a:spcBef>
              <a:spcAft>
                <a:spcPts val="0"/>
              </a:spcAft>
              <a:buSzPts val="3200"/>
              <a:buNone/>
              <a:defRPr/>
            </a:lvl7pPr>
            <a:lvl8pPr lvl="7">
              <a:spcBef>
                <a:spcPts val="0"/>
              </a:spcBef>
              <a:spcAft>
                <a:spcPts val="0"/>
              </a:spcAft>
              <a:buSzPts val="3200"/>
              <a:buNone/>
              <a:defRPr/>
            </a:lvl8pPr>
            <a:lvl9pPr lvl="8">
              <a:spcBef>
                <a:spcPts val="0"/>
              </a:spcBef>
              <a:spcAft>
                <a:spcPts val="0"/>
              </a:spcAft>
              <a:buSzPts val="3200"/>
              <a:buNone/>
              <a:defRPr/>
            </a:lvl9pPr>
          </a:lstStyle>
          <a:p/>
        </p:txBody>
      </p:sp>
      <p:sp>
        <p:nvSpPr>
          <p:cNvPr id="22" name="Google Shape;22;p4"/>
          <p:cNvSpPr txBox="1"/>
          <p:nvPr>
            <p:ph idx="1" type="body"/>
          </p:nvPr>
        </p:nvSpPr>
        <p:spPr>
          <a:xfrm>
            <a:off x="471900" y="1919075"/>
            <a:ext cx="8222100" cy="2710200"/>
          </a:xfrm>
          <a:prstGeom prst="rect">
            <a:avLst/>
          </a:prstGeom>
        </p:spPr>
        <p:txBody>
          <a:bodyPr anchorCtr="0" anchor="t" bIns="91425" lIns="91425" spcFirstLastPara="1" rIns="91425" wrap="square" tIns="91425">
            <a:normAutofit/>
          </a:bodyPr>
          <a:lstStyle>
            <a:lvl1pPr indent="-342900" lvl="0" marL="457200">
              <a:spcBef>
                <a:spcPts val="0"/>
              </a:spcBef>
              <a:spcAft>
                <a:spcPts val="0"/>
              </a:spcAft>
              <a:buSzPts val="18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23" name="Google Shape;23;p4"/>
          <p:cNvSpPr txBox="1"/>
          <p:nvPr>
            <p:ph idx="12" type="sldNum"/>
          </p:nvPr>
        </p:nvSpPr>
        <p:spPr>
          <a:xfrm>
            <a:off x="8523541" y="4695623"/>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pic>
        <p:nvPicPr>
          <p:cNvPr id="24" name="Google Shape;24;p4"/>
          <p:cNvPicPr preferRelativeResize="0"/>
          <p:nvPr/>
        </p:nvPicPr>
        <p:blipFill>
          <a:blip r:embed="rId2">
            <a:alphaModFix/>
          </a:blip>
          <a:stretch>
            <a:fillRect/>
          </a:stretch>
        </p:blipFill>
        <p:spPr>
          <a:xfrm>
            <a:off x="184150" y="4695625"/>
            <a:ext cx="374483" cy="355476"/>
          </a:xfrm>
          <a:prstGeom prst="rect">
            <a:avLst/>
          </a:prstGeom>
          <a:noFill/>
          <a:ln>
            <a:noFill/>
          </a:ln>
        </p:spPr>
      </p:pic>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bg>
      <p:bgPr>
        <a:solidFill>
          <a:srgbClr val="B31B1B"/>
        </a:solidFill>
      </p:bgPr>
    </p:bg>
    <p:spTree>
      <p:nvGrpSpPr>
        <p:cNvPr id="25" name="Shape 25"/>
        <p:cNvGrpSpPr/>
        <p:nvPr/>
      </p:nvGrpSpPr>
      <p:grpSpPr>
        <a:xfrm>
          <a:off x="0" y="0"/>
          <a:ext cx="0" cy="0"/>
          <a:chOff x="0" y="0"/>
          <a:chExt cx="0" cy="0"/>
        </a:xfrm>
      </p:grpSpPr>
      <p:sp>
        <p:nvSpPr>
          <p:cNvPr id="26" name="Google Shape;26;p5"/>
          <p:cNvSpPr/>
          <p:nvPr/>
        </p:nvSpPr>
        <p:spPr>
          <a:xfrm flipH="1" rot="10800000">
            <a:off x="0" y="1686000"/>
            <a:ext cx="9144000" cy="3457500"/>
          </a:xfrm>
          <a:prstGeom prst="rect">
            <a:avLst/>
          </a:prstGeom>
          <a:solidFill>
            <a:srgbClr val="00000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 name="Google Shape;27;p5"/>
          <p:cNvSpPr/>
          <p:nvPr/>
        </p:nvSpPr>
        <p:spPr>
          <a:xfrm>
            <a:off x="0" y="1686000"/>
            <a:ext cx="9144000" cy="108600"/>
          </a:xfrm>
          <a:prstGeom prst="rect">
            <a:avLst/>
          </a:prstGeom>
          <a:gradFill>
            <a:gsLst>
              <a:gs pos="0">
                <a:srgbClr val="F9F9F9"/>
              </a:gs>
              <a:gs pos="36000">
                <a:srgbClr val="F9F9F9"/>
              </a:gs>
              <a:gs pos="80000">
                <a:srgbClr val="DEDEDE"/>
              </a:gs>
              <a:gs pos="100000">
                <a:srgbClr val="999999"/>
              </a:gs>
            </a:gsLst>
            <a:lin ang="16198662"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 name="Google Shape;28;p5"/>
          <p:cNvSpPr txBox="1"/>
          <p:nvPr>
            <p:ph type="title"/>
          </p:nvPr>
        </p:nvSpPr>
        <p:spPr>
          <a:xfrm>
            <a:off x="471900" y="738725"/>
            <a:ext cx="8222100" cy="767700"/>
          </a:xfrm>
          <a:prstGeom prst="rect">
            <a:avLst/>
          </a:prstGeom>
        </p:spPr>
        <p:txBody>
          <a:bodyPr anchorCtr="0" anchor="b" bIns="91425" lIns="91425" spcFirstLastPara="1" rIns="91425" wrap="square" tIns="91425">
            <a:normAutofit/>
          </a:bodyPr>
          <a:lstStyle>
            <a:lvl1pPr lvl="0">
              <a:spcBef>
                <a:spcPts val="0"/>
              </a:spcBef>
              <a:spcAft>
                <a:spcPts val="0"/>
              </a:spcAft>
              <a:buSzPts val="3200"/>
              <a:buNone/>
              <a:defRPr/>
            </a:lvl1pPr>
            <a:lvl2pPr lvl="1">
              <a:spcBef>
                <a:spcPts val="0"/>
              </a:spcBef>
              <a:spcAft>
                <a:spcPts val="0"/>
              </a:spcAft>
              <a:buSzPts val="3200"/>
              <a:buNone/>
              <a:defRPr/>
            </a:lvl2pPr>
            <a:lvl3pPr lvl="2">
              <a:spcBef>
                <a:spcPts val="0"/>
              </a:spcBef>
              <a:spcAft>
                <a:spcPts val="0"/>
              </a:spcAft>
              <a:buSzPts val="3200"/>
              <a:buNone/>
              <a:defRPr/>
            </a:lvl3pPr>
            <a:lvl4pPr lvl="3">
              <a:spcBef>
                <a:spcPts val="0"/>
              </a:spcBef>
              <a:spcAft>
                <a:spcPts val="0"/>
              </a:spcAft>
              <a:buSzPts val="3200"/>
              <a:buNone/>
              <a:defRPr/>
            </a:lvl4pPr>
            <a:lvl5pPr lvl="4">
              <a:spcBef>
                <a:spcPts val="0"/>
              </a:spcBef>
              <a:spcAft>
                <a:spcPts val="0"/>
              </a:spcAft>
              <a:buSzPts val="3200"/>
              <a:buNone/>
              <a:defRPr/>
            </a:lvl5pPr>
            <a:lvl6pPr lvl="5">
              <a:spcBef>
                <a:spcPts val="0"/>
              </a:spcBef>
              <a:spcAft>
                <a:spcPts val="0"/>
              </a:spcAft>
              <a:buSzPts val="3200"/>
              <a:buNone/>
              <a:defRPr/>
            </a:lvl6pPr>
            <a:lvl7pPr lvl="6">
              <a:spcBef>
                <a:spcPts val="0"/>
              </a:spcBef>
              <a:spcAft>
                <a:spcPts val="0"/>
              </a:spcAft>
              <a:buSzPts val="3200"/>
              <a:buNone/>
              <a:defRPr/>
            </a:lvl7pPr>
            <a:lvl8pPr lvl="7">
              <a:spcBef>
                <a:spcPts val="0"/>
              </a:spcBef>
              <a:spcAft>
                <a:spcPts val="0"/>
              </a:spcAft>
              <a:buSzPts val="3200"/>
              <a:buNone/>
              <a:defRPr/>
            </a:lvl8pPr>
            <a:lvl9pPr lvl="8">
              <a:spcBef>
                <a:spcPts val="0"/>
              </a:spcBef>
              <a:spcAft>
                <a:spcPts val="0"/>
              </a:spcAft>
              <a:buSzPts val="3200"/>
              <a:buNone/>
              <a:defRPr/>
            </a:lvl9pPr>
          </a:lstStyle>
          <a:p/>
        </p:txBody>
      </p:sp>
      <p:sp>
        <p:nvSpPr>
          <p:cNvPr id="29" name="Google Shape;29;p5"/>
          <p:cNvSpPr txBox="1"/>
          <p:nvPr>
            <p:ph idx="1" type="body"/>
          </p:nvPr>
        </p:nvSpPr>
        <p:spPr>
          <a:xfrm>
            <a:off x="471900" y="1919075"/>
            <a:ext cx="3999900" cy="27102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30" name="Google Shape;30;p5"/>
          <p:cNvSpPr txBox="1"/>
          <p:nvPr>
            <p:ph idx="2" type="body"/>
          </p:nvPr>
        </p:nvSpPr>
        <p:spPr>
          <a:xfrm>
            <a:off x="4694250" y="1919075"/>
            <a:ext cx="3999900" cy="27102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Clr>
                <a:srgbClr val="000000"/>
              </a:buClr>
              <a:buSzPts val="1400"/>
              <a:buFont typeface="Arial"/>
              <a:buChar char="●"/>
              <a:defRPr b="1" sz="700">
                <a:latin typeface="Arial"/>
                <a:ea typeface="Arial"/>
                <a:cs typeface="Arial"/>
                <a:sym typeface="Arial"/>
              </a:defRPr>
            </a:lvl1pPr>
            <a:lvl2pPr indent="-317500" lvl="1" marL="914400">
              <a:spcBef>
                <a:spcPts val="0"/>
              </a:spcBef>
              <a:spcAft>
                <a:spcPts val="0"/>
              </a:spcAft>
              <a:buClr>
                <a:srgbClr val="000000"/>
              </a:buClr>
              <a:buSzPts val="1400"/>
              <a:buFont typeface="Arial"/>
              <a:buChar char="○"/>
              <a:defRPr sz="1200"/>
            </a:lvl2pPr>
            <a:lvl3pPr indent="-317500" lvl="2" marL="1371600">
              <a:lnSpc>
                <a:spcPct val="100000"/>
              </a:lnSpc>
              <a:spcBef>
                <a:spcPts val="0"/>
              </a:spcBef>
              <a:spcAft>
                <a:spcPts val="0"/>
              </a:spcAft>
              <a:buClr>
                <a:srgbClr val="000000"/>
              </a:buClr>
              <a:buSzPts val="1400"/>
              <a:buFont typeface="Arial"/>
              <a:buChar char="■"/>
              <a:defRPr sz="700">
                <a:latin typeface="Arial"/>
                <a:ea typeface="Arial"/>
                <a:cs typeface="Arial"/>
                <a:sym typeface="Arial"/>
              </a:defRPr>
            </a:lvl3pPr>
            <a:lvl4pPr indent="-317500" lvl="3" marL="1828800">
              <a:spcBef>
                <a:spcPts val="0"/>
              </a:spcBef>
              <a:spcAft>
                <a:spcPts val="0"/>
              </a:spcAft>
              <a:buClr>
                <a:srgbClr val="000000"/>
              </a:buClr>
              <a:buSzPts val="1400"/>
              <a:buFont typeface="Arial"/>
              <a:buChar char="●"/>
              <a:defRPr sz="1200"/>
            </a:lvl4pPr>
            <a:lvl5pPr indent="-317500" lvl="4" marL="2286000">
              <a:spcBef>
                <a:spcPts val="0"/>
              </a:spcBef>
              <a:spcAft>
                <a:spcPts val="0"/>
              </a:spcAft>
              <a:buClr>
                <a:srgbClr val="000000"/>
              </a:buClr>
              <a:buSzPts val="1400"/>
              <a:buFont typeface="Arial"/>
              <a:buChar char="○"/>
              <a:defRPr sz="1200"/>
            </a:lvl5pPr>
            <a:lvl6pPr indent="-317500" lvl="5" marL="2743200">
              <a:spcBef>
                <a:spcPts val="0"/>
              </a:spcBef>
              <a:spcAft>
                <a:spcPts val="0"/>
              </a:spcAft>
              <a:buClr>
                <a:srgbClr val="000000"/>
              </a:buClr>
              <a:buSzPts val="1400"/>
              <a:buFont typeface="Arial"/>
              <a:buChar char="■"/>
              <a:defRPr sz="1200"/>
            </a:lvl6pPr>
            <a:lvl7pPr indent="-317500" lvl="6" marL="3200400">
              <a:spcBef>
                <a:spcPts val="0"/>
              </a:spcBef>
              <a:spcAft>
                <a:spcPts val="0"/>
              </a:spcAft>
              <a:buClr>
                <a:srgbClr val="000000"/>
              </a:buClr>
              <a:buSzPts val="1400"/>
              <a:buFont typeface="Arial"/>
              <a:buChar char="●"/>
              <a:defRPr sz="1200"/>
            </a:lvl7pPr>
            <a:lvl8pPr indent="-317500" lvl="7" marL="3657600">
              <a:spcBef>
                <a:spcPts val="0"/>
              </a:spcBef>
              <a:spcAft>
                <a:spcPts val="0"/>
              </a:spcAft>
              <a:buClr>
                <a:srgbClr val="000000"/>
              </a:buClr>
              <a:buSzPts val="1400"/>
              <a:buFont typeface="Arial"/>
              <a:buChar char="○"/>
              <a:defRPr sz="1200"/>
            </a:lvl8pPr>
            <a:lvl9pPr indent="-317500" lvl="8" marL="4114800">
              <a:spcBef>
                <a:spcPts val="0"/>
              </a:spcBef>
              <a:spcAft>
                <a:spcPts val="0"/>
              </a:spcAft>
              <a:buClr>
                <a:srgbClr val="000000"/>
              </a:buClr>
              <a:buSzPts val="1400"/>
              <a:buFont typeface="Arial"/>
              <a:buChar char="■"/>
              <a:defRPr sz="1200"/>
            </a:lvl9pPr>
          </a:lstStyle>
          <a:p/>
        </p:txBody>
      </p:sp>
      <p:sp>
        <p:nvSpPr>
          <p:cNvPr id="31" name="Google Shape;31;p5"/>
          <p:cNvSpPr txBox="1"/>
          <p:nvPr>
            <p:ph idx="12" type="sldNum"/>
          </p:nvPr>
        </p:nvSpPr>
        <p:spPr>
          <a:xfrm>
            <a:off x="8523541" y="4695623"/>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pic>
        <p:nvPicPr>
          <p:cNvPr id="32" name="Google Shape;32;p5"/>
          <p:cNvPicPr preferRelativeResize="0"/>
          <p:nvPr/>
        </p:nvPicPr>
        <p:blipFill>
          <a:blip r:embed="rId2">
            <a:alphaModFix/>
          </a:blip>
          <a:stretch>
            <a:fillRect/>
          </a:stretch>
        </p:blipFill>
        <p:spPr>
          <a:xfrm>
            <a:off x="184150" y="4695625"/>
            <a:ext cx="374483" cy="355476"/>
          </a:xfrm>
          <a:prstGeom prst="rect">
            <a:avLst/>
          </a:prstGeom>
          <a:noFill/>
          <a:ln>
            <a:noFill/>
          </a:ln>
        </p:spPr>
      </p:pic>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bg>
      <p:bgPr>
        <a:solidFill>
          <a:srgbClr val="B31B1B"/>
        </a:solidFill>
      </p:bgPr>
    </p:bg>
    <p:spTree>
      <p:nvGrpSpPr>
        <p:cNvPr id="33" name="Shape 33"/>
        <p:cNvGrpSpPr/>
        <p:nvPr/>
      </p:nvGrpSpPr>
      <p:grpSpPr>
        <a:xfrm>
          <a:off x="0" y="0"/>
          <a:ext cx="0" cy="0"/>
          <a:chOff x="0" y="0"/>
          <a:chExt cx="0" cy="0"/>
        </a:xfrm>
      </p:grpSpPr>
      <p:sp>
        <p:nvSpPr>
          <p:cNvPr id="34" name="Google Shape;34;p6"/>
          <p:cNvSpPr/>
          <p:nvPr/>
        </p:nvSpPr>
        <p:spPr>
          <a:xfrm flipH="1" rot="10800000">
            <a:off x="0" y="656400"/>
            <a:ext cx="9144000" cy="4487100"/>
          </a:xfrm>
          <a:prstGeom prst="rect">
            <a:avLst/>
          </a:prstGeom>
          <a:solidFill>
            <a:srgbClr val="00000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 name="Google Shape;35;p6"/>
          <p:cNvSpPr/>
          <p:nvPr/>
        </p:nvSpPr>
        <p:spPr>
          <a:xfrm>
            <a:off x="0" y="656350"/>
            <a:ext cx="9144000" cy="108600"/>
          </a:xfrm>
          <a:prstGeom prst="rect">
            <a:avLst/>
          </a:prstGeom>
          <a:gradFill>
            <a:gsLst>
              <a:gs pos="0">
                <a:srgbClr val="F9F9F9"/>
              </a:gs>
              <a:gs pos="36000">
                <a:srgbClr val="F9F9F9"/>
              </a:gs>
              <a:gs pos="80000">
                <a:srgbClr val="DEDEDE"/>
              </a:gs>
              <a:gs pos="100000">
                <a:srgbClr val="999999"/>
              </a:gs>
            </a:gsLst>
            <a:lin ang="16198662"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 name="Google Shape;36;p6"/>
          <p:cNvSpPr txBox="1"/>
          <p:nvPr>
            <p:ph type="title"/>
          </p:nvPr>
        </p:nvSpPr>
        <p:spPr>
          <a:xfrm>
            <a:off x="98250" y="16350"/>
            <a:ext cx="8826600" cy="602700"/>
          </a:xfrm>
          <a:prstGeom prst="rect">
            <a:avLst/>
          </a:prstGeom>
          <a:noFill/>
        </p:spPr>
        <p:txBody>
          <a:bodyPr anchorCtr="0" anchor="ctr" bIns="91425" lIns="91425" spcFirstLastPara="1" rIns="91425" wrap="square" tIns="91425">
            <a:normAutofit/>
          </a:bodyPr>
          <a:lstStyle>
            <a:lvl1pPr lvl="0">
              <a:spcBef>
                <a:spcPts val="0"/>
              </a:spcBef>
              <a:spcAft>
                <a:spcPts val="0"/>
              </a:spcAft>
              <a:buSzPts val="1800"/>
              <a:buNone/>
              <a:defRPr sz="1800"/>
            </a:lvl1pPr>
            <a:lvl2pPr lvl="1">
              <a:spcBef>
                <a:spcPts val="0"/>
              </a:spcBef>
              <a:spcAft>
                <a:spcPts val="0"/>
              </a:spcAft>
              <a:buSzPts val="1800"/>
              <a:buNone/>
              <a:defRPr sz="1800"/>
            </a:lvl2pPr>
            <a:lvl3pPr lvl="2">
              <a:spcBef>
                <a:spcPts val="0"/>
              </a:spcBef>
              <a:spcAft>
                <a:spcPts val="0"/>
              </a:spcAft>
              <a:buSzPts val="1800"/>
              <a:buNone/>
              <a:defRPr sz="1800"/>
            </a:lvl3pPr>
            <a:lvl4pPr lvl="3">
              <a:spcBef>
                <a:spcPts val="0"/>
              </a:spcBef>
              <a:spcAft>
                <a:spcPts val="0"/>
              </a:spcAft>
              <a:buSzPts val="1800"/>
              <a:buNone/>
              <a:defRPr sz="1800"/>
            </a:lvl4pPr>
            <a:lvl5pPr lvl="4">
              <a:spcBef>
                <a:spcPts val="0"/>
              </a:spcBef>
              <a:spcAft>
                <a:spcPts val="0"/>
              </a:spcAft>
              <a:buSzPts val="1800"/>
              <a:buNone/>
              <a:defRPr sz="1800"/>
            </a:lvl5pPr>
            <a:lvl6pPr lvl="5">
              <a:spcBef>
                <a:spcPts val="0"/>
              </a:spcBef>
              <a:spcAft>
                <a:spcPts val="0"/>
              </a:spcAft>
              <a:buSzPts val="1800"/>
              <a:buNone/>
              <a:defRPr sz="1800"/>
            </a:lvl6pPr>
            <a:lvl7pPr lvl="6">
              <a:spcBef>
                <a:spcPts val="0"/>
              </a:spcBef>
              <a:spcAft>
                <a:spcPts val="0"/>
              </a:spcAft>
              <a:buSzPts val="1800"/>
              <a:buNone/>
              <a:defRPr sz="1800"/>
            </a:lvl7pPr>
            <a:lvl8pPr lvl="7">
              <a:spcBef>
                <a:spcPts val="0"/>
              </a:spcBef>
              <a:spcAft>
                <a:spcPts val="0"/>
              </a:spcAft>
              <a:buSzPts val="1800"/>
              <a:buNone/>
              <a:defRPr sz="1800"/>
            </a:lvl8pPr>
            <a:lvl9pPr lvl="8">
              <a:spcBef>
                <a:spcPts val="0"/>
              </a:spcBef>
              <a:spcAft>
                <a:spcPts val="0"/>
              </a:spcAft>
              <a:buSzPts val="1800"/>
              <a:buNone/>
              <a:defRPr sz="1800"/>
            </a:lvl9pPr>
          </a:lstStyle>
          <a:p/>
        </p:txBody>
      </p:sp>
      <p:sp>
        <p:nvSpPr>
          <p:cNvPr id="37" name="Google Shape;37;p6"/>
          <p:cNvSpPr txBox="1"/>
          <p:nvPr>
            <p:ph idx="12" type="sldNum"/>
          </p:nvPr>
        </p:nvSpPr>
        <p:spPr>
          <a:xfrm>
            <a:off x="8523541" y="4695623"/>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pic>
        <p:nvPicPr>
          <p:cNvPr id="38" name="Google Shape;38;p6"/>
          <p:cNvPicPr preferRelativeResize="0"/>
          <p:nvPr/>
        </p:nvPicPr>
        <p:blipFill>
          <a:blip r:embed="rId2">
            <a:alphaModFix/>
          </a:blip>
          <a:stretch>
            <a:fillRect/>
          </a:stretch>
        </p:blipFill>
        <p:spPr>
          <a:xfrm>
            <a:off x="184150" y="4695625"/>
            <a:ext cx="374483" cy="355476"/>
          </a:xfrm>
          <a:prstGeom prst="rect">
            <a:avLst/>
          </a:prstGeom>
          <a:noFill/>
          <a:ln>
            <a:noFill/>
          </a:ln>
        </p:spPr>
      </p:pic>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39" name="Shape 39"/>
        <p:cNvGrpSpPr/>
        <p:nvPr/>
      </p:nvGrpSpPr>
      <p:grpSpPr>
        <a:xfrm>
          <a:off x="0" y="0"/>
          <a:ext cx="0" cy="0"/>
          <a:chOff x="0" y="0"/>
          <a:chExt cx="0" cy="0"/>
        </a:xfrm>
      </p:grpSpPr>
      <p:sp>
        <p:nvSpPr>
          <p:cNvPr id="40" name="Google Shape;40;p7"/>
          <p:cNvSpPr txBox="1"/>
          <p:nvPr/>
        </p:nvSpPr>
        <p:spPr>
          <a:xfrm flipH="1" rot="10800000">
            <a:off x="3276600" y="25"/>
            <a:ext cx="5867400" cy="5143500"/>
          </a:xfrm>
          <a:prstGeom prst="rect">
            <a:avLst/>
          </a:prstGeom>
          <a:solidFill>
            <a:srgbClr val="00000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1" name="Google Shape;41;p7"/>
          <p:cNvSpPr/>
          <p:nvPr/>
        </p:nvSpPr>
        <p:spPr>
          <a:xfrm rot="-5400000">
            <a:off x="759150" y="2517450"/>
            <a:ext cx="5143500" cy="108600"/>
          </a:xfrm>
          <a:prstGeom prst="rect">
            <a:avLst/>
          </a:prstGeom>
          <a:gradFill>
            <a:gsLst>
              <a:gs pos="0">
                <a:srgbClr val="F9F9F9"/>
              </a:gs>
              <a:gs pos="36000">
                <a:srgbClr val="F9F9F9"/>
              </a:gs>
              <a:gs pos="80000">
                <a:srgbClr val="DEDEDE"/>
              </a:gs>
              <a:gs pos="100000">
                <a:srgbClr val="999999"/>
              </a:gs>
            </a:gsLst>
            <a:lin ang="16200038"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2" name="Google Shape;42;p7"/>
          <p:cNvSpPr txBox="1"/>
          <p:nvPr>
            <p:ph type="title"/>
          </p:nvPr>
        </p:nvSpPr>
        <p:spPr>
          <a:xfrm>
            <a:off x="226078" y="357800"/>
            <a:ext cx="2808000" cy="953400"/>
          </a:xfrm>
          <a:prstGeom prst="rect">
            <a:avLst/>
          </a:prstGeom>
        </p:spPr>
        <p:txBody>
          <a:bodyPr anchorCtr="0" anchor="b" bIns="91425" lIns="91425" spcFirstLastPara="1" rIns="91425" wrap="square" tIns="91425">
            <a:norm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p:txBody>
      </p:sp>
      <p:sp>
        <p:nvSpPr>
          <p:cNvPr id="43" name="Google Shape;43;p7"/>
          <p:cNvSpPr txBox="1"/>
          <p:nvPr>
            <p:ph idx="1" type="body"/>
          </p:nvPr>
        </p:nvSpPr>
        <p:spPr>
          <a:xfrm>
            <a:off x="226075" y="1465800"/>
            <a:ext cx="2808000" cy="3163500"/>
          </a:xfrm>
          <a:prstGeom prst="rect">
            <a:avLst/>
          </a:prstGeom>
        </p:spPr>
        <p:txBody>
          <a:bodyPr anchorCtr="0" anchor="t" bIns="91425" lIns="91425" spcFirstLastPara="1" rIns="91425" wrap="square" tIns="91425">
            <a:normAutofit/>
          </a:bodyPr>
          <a:lstStyle>
            <a:lvl1pPr indent="-304800" lvl="0" marL="457200">
              <a:spcBef>
                <a:spcPts val="0"/>
              </a:spcBef>
              <a:spcAft>
                <a:spcPts val="0"/>
              </a:spcAft>
              <a:buClr>
                <a:schemeClr val="lt1"/>
              </a:buClr>
              <a:buSzPts val="1200"/>
              <a:buChar char="●"/>
              <a:defRPr sz="1200">
                <a:solidFill>
                  <a:schemeClr val="lt1"/>
                </a:solidFill>
              </a:defRPr>
            </a:lvl1pPr>
            <a:lvl2pPr indent="-304800" lvl="1" marL="914400">
              <a:spcBef>
                <a:spcPts val="0"/>
              </a:spcBef>
              <a:spcAft>
                <a:spcPts val="0"/>
              </a:spcAft>
              <a:buClr>
                <a:schemeClr val="lt1"/>
              </a:buClr>
              <a:buSzPts val="1200"/>
              <a:buChar char="○"/>
              <a:defRPr sz="1200">
                <a:solidFill>
                  <a:schemeClr val="lt1"/>
                </a:solidFill>
              </a:defRPr>
            </a:lvl2pPr>
            <a:lvl3pPr indent="-304800" lvl="2" marL="1371600">
              <a:spcBef>
                <a:spcPts val="0"/>
              </a:spcBef>
              <a:spcAft>
                <a:spcPts val="0"/>
              </a:spcAft>
              <a:buClr>
                <a:schemeClr val="lt1"/>
              </a:buClr>
              <a:buSzPts val="1200"/>
              <a:buChar char="■"/>
              <a:defRPr sz="1200">
                <a:solidFill>
                  <a:schemeClr val="lt1"/>
                </a:solidFill>
              </a:defRPr>
            </a:lvl3pPr>
            <a:lvl4pPr indent="-304800" lvl="3" marL="1828800">
              <a:spcBef>
                <a:spcPts val="0"/>
              </a:spcBef>
              <a:spcAft>
                <a:spcPts val="0"/>
              </a:spcAft>
              <a:buClr>
                <a:schemeClr val="lt1"/>
              </a:buClr>
              <a:buSzPts val="1200"/>
              <a:buChar char="●"/>
              <a:defRPr sz="1200">
                <a:solidFill>
                  <a:schemeClr val="lt1"/>
                </a:solidFill>
              </a:defRPr>
            </a:lvl4pPr>
            <a:lvl5pPr indent="-304800" lvl="4" marL="2286000">
              <a:spcBef>
                <a:spcPts val="0"/>
              </a:spcBef>
              <a:spcAft>
                <a:spcPts val="0"/>
              </a:spcAft>
              <a:buClr>
                <a:schemeClr val="lt1"/>
              </a:buClr>
              <a:buSzPts val="1200"/>
              <a:buChar char="○"/>
              <a:defRPr sz="1200">
                <a:solidFill>
                  <a:schemeClr val="lt1"/>
                </a:solidFill>
              </a:defRPr>
            </a:lvl5pPr>
            <a:lvl6pPr indent="-304800" lvl="5" marL="2743200">
              <a:spcBef>
                <a:spcPts val="0"/>
              </a:spcBef>
              <a:spcAft>
                <a:spcPts val="0"/>
              </a:spcAft>
              <a:buClr>
                <a:schemeClr val="lt1"/>
              </a:buClr>
              <a:buSzPts val="1200"/>
              <a:buChar char="■"/>
              <a:defRPr sz="1200">
                <a:solidFill>
                  <a:schemeClr val="lt1"/>
                </a:solidFill>
              </a:defRPr>
            </a:lvl6pPr>
            <a:lvl7pPr indent="-304800" lvl="6" marL="3200400">
              <a:spcBef>
                <a:spcPts val="0"/>
              </a:spcBef>
              <a:spcAft>
                <a:spcPts val="0"/>
              </a:spcAft>
              <a:buClr>
                <a:schemeClr val="lt1"/>
              </a:buClr>
              <a:buSzPts val="1200"/>
              <a:buChar char="●"/>
              <a:defRPr sz="1200">
                <a:solidFill>
                  <a:schemeClr val="lt1"/>
                </a:solidFill>
              </a:defRPr>
            </a:lvl7pPr>
            <a:lvl8pPr indent="-304800" lvl="7" marL="3657600">
              <a:spcBef>
                <a:spcPts val="0"/>
              </a:spcBef>
              <a:spcAft>
                <a:spcPts val="0"/>
              </a:spcAft>
              <a:buClr>
                <a:schemeClr val="lt1"/>
              </a:buClr>
              <a:buSzPts val="1200"/>
              <a:buChar char="○"/>
              <a:defRPr sz="1200">
                <a:solidFill>
                  <a:schemeClr val="lt1"/>
                </a:solidFill>
              </a:defRPr>
            </a:lvl8pPr>
            <a:lvl9pPr indent="-304800" lvl="8" marL="4114800">
              <a:spcBef>
                <a:spcPts val="0"/>
              </a:spcBef>
              <a:spcAft>
                <a:spcPts val="0"/>
              </a:spcAft>
              <a:buClr>
                <a:schemeClr val="lt1"/>
              </a:buClr>
              <a:buSzPts val="1200"/>
              <a:buChar char="■"/>
              <a:defRPr sz="1200">
                <a:solidFill>
                  <a:schemeClr val="lt1"/>
                </a:solidFill>
              </a:defRPr>
            </a:lvl9pPr>
          </a:lstStyle>
          <a:p/>
        </p:txBody>
      </p:sp>
      <p:sp>
        <p:nvSpPr>
          <p:cNvPr id="44" name="Google Shape;44;p7"/>
          <p:cNvSpPr txBox="1"/>
          <p:nvPr>
            <p:ph idx="12" type="sldNum"/>
          </p:nvPr>
        </p:nvSpPr>
        <p:spPr>
          <a:xfrm>
            <a:off x="8523541" y="4695623"/>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bg>
      <p:bgPr>
        <a:solidFill>
          <a:srgbClr val="000000"/>
        </a:solidFill>
      </p:bgPr>
    </p:bg>
    <p:spTree>
      <p:nvGrpSpPr>
        <p:cNvPr id="45" name="Shape 45"/>
        <p:cNvGrpSpPr/>
        <p:nvPr/>
      </p:nvGrpSpPr>
      <p:grpSpPr>
        <a:xfrm>
          <a:off x="0" y="0"/>
          <a:ext cx="0" cy="0"/>
          <a:chOff x="0" y="0"/>
          <a:chExt cx="0" cy="0"/>
        </a:xfrm>
      </p:grpSpPr>
      <p:sp>
        <p:nvSpPr>
          <p:cNvPr id="46" name="Google Shape;46;p8"/>
          <p:cNvSpPr txBox="1"/>
          <p:nvPr>
            <p:ph type="title"/>
          </p:nvPr>
        </p:nvSpPr>
        <p:spPr>
          <a:xfrm>
            <a:off x="490250" y="488250"/>
            <a:ext cx="6227100" cy="4090800"/>
          </a:xfrm>
          <a:prstGeom prst="rect">
            <a:avLst/>
          </a:prstGeom>
        </p:spPr>
        <p:txBody>
          <a:bodyPr anchorCtr="0" anchor="ctr" bIns="91425" lIns="91425" spcFirstLastPara="1" rIns="91425" wrap="square" tIns="91425">
            <a:normAutofit/>
          </a:bodyPr>
          <a:lstStyle>
            <a:lvl1pPr lvl="0">
              <a:spcBef>
                <a:spcPts val="0"/>
              </a:spcBef>
              <a:spcAft>
                <a:spcPts val="0"/>
              </a:spcAft>
              <a:buSzPts val="6000"/>
              <a:buNone/>
              <a:defRPr sz="6000"/>
            </a:lvl1pPr>
            <a:lvl2pPr lvl="1">
              <a:spcBef>
                <a:spcPts val="0"/>
              </a:spcBef>
              <a:spcAft>
                <a:spcPts val="0"/>
              </a:spcAft>
              <a:buSzPts val="6000"/>
              <a:buNone/>
              <a:defRPr sz="6000"/>
            </a:lvl2pPr>
            <a:lvl3pPr lvl="2">
              <a:spcBef>
                <a:spcPts val="0"/>
              </a:spcBef>
              <a:spcAft>
                <a:spcPts val="0"/>
              </a:spcAft>
              <a:buSzPts val="6000"/>
              <a:buNone/>
              <a:defRPr sz="6000"/>
            </a:lvl3pPr>
            <a:lvl4pPr lvl="3">
              <a:spcBef>
                <a:spcPts val="0"/>
              </a:spcBef>
              <a:spcAft>
                <a:spcPts val="0"/>
              </a:spcAft>
              <a:buSzPts val="6000"/>
              <a:buNone/>
              <a:defRPr sz="6000"/>
            </a:lvl4pPr>
            <a:lvl5pPr lvl="4">
              <a:spcBef>
                <a:spcPts val="0"/>
              </a:spcBef>
              <a:spcAft>
                <a:spcPts val="0"/>
              </a:spcAft>
              <a:buSzPts val="6000"/>
              <a:buNone/>
              <a:defRPr sz="6000"/>
            </a:lvl5pPr>
            <a:lvl6pPr lvl="5">
              <a:spcBef>
                <a:spcPts val="0"/>
              </a:spcBef>
              <a:spcAft>
                <a:spcPts val="0"/>
              </a:spcAft>
              <a:buSzPts val="6000"/>
              <a:buNone/>
              <a:defRPr sz="6000"/>
            </a:lvl6pPr>
            <a:lvl7pPr lvl="6">
              <a:spcBef>
                <a:spcPts val="0"/>
              </a:spcBef>
              <a:spcAft>
                <a:spcPts val="0"/>
              </a:spcAft>
              <a:buSzPts val="6000"/>
              <a:buNone/>
              <a:defRPr sz="6000"/>
            </a:lvl7pPr>
            <a:lvl8pPr lvl="7">
              <a:spcBef>
                <a:spcPts val="0"/>
              </a:spcBef>
              <a:spcAft>
                <a:spcPts val="0"/>
              </a:spcAft>
              <a:buSzPts val="6000"/>
              <a:buNone/>
              <a:defRPr sz="6000"/>
            </a:lvl8pPr>
            <a:lvl9pPr lvl="8">
              <a:spcBef>
                <a:spcPts val="0"/>
              </a:spcBef>
              <a:spcAft>
                <a:spcPts val="0"/>
              </a:spcAft>
              <a:buSzPts val="6000"/>
              <a:buNone/>
              <a:defRPr sz="6000"/>
            </a:lvl9pPr>
          </a:lstStyle>
          <a:p/>
        </p:txBody>
      </p:sp>
      <p:sp>
        <p:nvSpPr>
          <p:cNvPr id="47" name="Google Shape;47;p8"/>
          <p:cNvSpPr txBox="1"/>
          <p:nvPr>
            <p:ph idx="12" type="sldNum"/>
          </p:nvPr>
        </p:nvSpPr>
        <p:spPr>
          <a:xfrm>
            <a:off x="8523541" y="4695623"/>
            <a:ext cx="548700" cy="393600"/>
          </a:xfrm>
          <a:prstGeom prst="rect">
            <a:avLst/>
          </a:prstGeom>
        </p:spPr>
        <p:txBody>
          <a:bodyPr anchorCtr="0" anchor="ctr" bIns="91425" lIns="91425" spcFirstLastPara="1" rIns="91425" wrap="square" tIns="91425">
            <a:normAutofit/>
          </a:bodyPr>
          <a:lstStyle>
            <a:lvl1pPr lvl="0">
              <a:buNone/>
              <a:defRPr>
                <a:solidFill>
                  <a:schemeClr val="lt1"/>
                </a:solidFill>
              </a:defRPr>
            </a:lvl1pPr>
            <a:lvl2pPr lvl="1">
              <a:buNone/>
              <a:defRPr>
                <a:solidFill>
                  <a:schemeClr val="lt1"/>
                </a:solidFill>
              </a:defRPr>
            </a:lvl2pPr>
            <a:lvl3pPr lvl="2">
              <a:buNone/>
              <a:defRPr>
                <a:solidFill>
                  <a:schemeClr val="lt1"/>
                </a:solidFill>
              </a:defRPr>
            </a:lvl3pPr>
            <a:lvl4pPr lvl="3">
              <a:buNone/>
              <a:defRPr>
                <a:solidFill>
                  <a:schemeClr val="lt1"/>
                </a:solidFill>
              </a:defRPr>
            </a:lvl4pPr>
            <a:lvl5pPr lvl="4">
              <a:buNone/>
              <a:defRPr>
                <a:solidFill>
                  <a:schemeClr val="lt1"/>
                </a:solidFill>
              </a:defRPr>
            </a:lvl5pPr>
            <a:lvl6pPr lvl="5">
              <a:buNone/>
              <a:defRPr>
                <a:solidFill>
                  <a:schemeClr val="lt1"/>
                </a:solidFill>
              </a:defRPr>
            </a:lvl6pPr>
            <a:lvl7pPr lvl="6">
              <a:buNone/>
              <a:defRPr>
                <a:solidFill>
                  <a:schemeClr val="lt1"/>
                </a:solidFill>
              </a:defRPr>
            </a:lvl7pPr>
            <a:lvl8pPr lvl="7">
              <a:buNone/>
              <a:defRPr>
                <a:solidFill>
                  <a:schemeClr val="lt1"/>
                </a:solidFill>
              </a:defRPr>
            </a:lvl8pPr>
            <a:lvl9pPr lvl="8">
              <a:buNone/>
              <a:defRPr>
                <a:solidFill>
                  <a:schemeClr val="lt1"/>
                </a:solidFil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48" name="Shape 48"/>
        <p:cNvGrpSpPr/>
        <p:nvPr/>
      </p:nvGrpSpPr>
      <p:grpSpPr>
        <a:xfrm>
          <a:off x="0" y="0"/>
          <a:ext cx="0" cy="0"/>
          <a:chOff x="0" y="0"/>
          <a:chExt cx="0" cy="0"/>
        </a:xfrm>
      </p:grpSpPr>
      <p:sp>
        <p:nvSpPr>
          <p:cNvPr id="49" name="Google Shape;49;p9"/>
          <p:cNvSpPr/>
          <p:nvPr/>
        </p:nvSpPr>
        <p:spPr>
          <a:xfrm flipH="1">
            <a:off x="0" y="0"/>
            <a:ext cx="4572000" cy="5143500"/>
          </a:xfrm>
          <a:prstGeom prst="rect">
            <a:avLst/>
          </a:prstGeom>
          <a:solidFill>
            <a:srgbClr val="00000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0" name="Google Shape;50;p9"/>
          <p:cNvSpPr/>
          <p:nvPr/>
        </p:nvSpPr>
        <p:spPr>
          <a:xfrm rot="5400000">
            <a:off x="1946425" y="2517750"/>
            <a:ext cx="5142900" cy="108600"/>
          </a:xfrm>
          <a:prstGeom prst="rect">
            <a:avLst/>
          </a:prstGeom>
          <a:gradFill>
            <a:gsLst>
              <a:gs pos="0">
                <a:srgbClr val="F9F9F9"/>
              </a:gs>
              <a:gs pos="36000">
                <a:srgbClr val="F9F9F9"/>
              </a:gs>
              <a:gs pos="80000">
                <a:srgbClr val="DEDEDE"/>
              </a:gs>
              <a:gs pos="100000">
                <a:srgbClr val="999999"/>
              </a:gs>
            </a:gsLst>
            <a:lin ang="16200038"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1" name="Google Shape;51;p9"/>
          <p:cNvSpPr txBox="1"/>
          <p:nvPr>
            <p:ph type="title"/>
          </p:nvPr>
        </p:nvSpPr>
        <p:spPr>
          <a:xfrm>
            <a:off x="265500" y="1233175"/>
            <a:ext cx="4045200" cy="1482300"/>
          </a:xfrm>
          <a:prstGeom prst="rect">
            <a:avLst/>
          </a:prstGeom>
        </p:spPr>
        <p:txBody>
          <a:bodyPr anchorCtr="0" anchor="b" bIns="91425" lIns="91425" spcFirstLastPara="1" rIns="91425" wrap="square" tIns="91425">
            <a:normAutofit/>
          </a:bodyPr>
          <a:lstStyle>
            <a:lvl1pPr lvl="0" algn="ctr">
              <a:spcBef>
                <a:spcPts val="0"/>
              </a:spcBef>
              <a:spcAft>
                <a:spcPts val="0"/>
              </a:spcAft>
              <a:buClr>
                <a:schemeClr val="dk2"/>
              </a:buClr>
              <a:buSzPts val="4200"/>
              <a:buNone/>
              <a:defRPr sz="4200">
                <a:solidFill>
                  <a:schemeClr val="dk2"/>
                </a:solidFill>
              </a:defRPr>
            </a:lvl1pPr>
            <a:lvl2pPr lvl="1" algn="ctr">
              <a:spcBef>
                <a:spcPts val="0"/>
              </a:spcBef>
              <a:spcAft>
                <a:spcPts val="0"/>
              </a:spcAft>
              <a:buClr>
                <a:schemeClr val="dk2"/>
              </a:buClr>
              <a:buSzPts val="4200"/>
              <a:buNone/>
              <a:defRPr sz="4200">
                <a:solidFill>
                  <a:schemeClr val="dk2"/>
                </a:solidFill>
              </a:defRPr>
            </a:lvl2pPr>
            <a:lvl3pPr lvl="2" algn="ctr">
              <a:spcBef>
                <a:spcPts val="0"/>
              </a:spcBef>
              <a:spcAft>
                <a:spcPts val="0"/>
              </a:spcAft>
              <a:buClr>
                <a:schemeClr val="dk2"/>
              </a:buClr>
              <a:buSzPts val="4200"/>
              <a:buNone/>
              <a:defRPr sz="4200">
                <a:solidFill>
                  <a:schemeClr val="dk2"/>
                </a:solidFill>
              </a:defRPr>
            </a:lvl3pPr>
            <a:lvl4pPr lvl="3" algn="ctr">
              <a:spcBef>
                <a:spcPts val="0"/>
              </a:spcBef>
              <a:spcAft>
                <a:spcPts val="0"/>
              </a:spcAft>
              <a:buClr>
                <a:schemeClr val="dk2"/>
              </a:buClr>
              <a:buSzPts val="4200"/>
              <a:buNone/>
              <a:defRPr sz="4200">
                <a:solidFill>
                  <a:schemeClr val="dk2"/>
                </a:solidFill>
              </a:defRPr>
            </a:lvl4pPr>
            <a:lvl5pPr lvl="4" algn="ctr">
              <a:spcBef>
                <a:spcPts val="0"/>
              </a:spcBef>
              <a:spcAft>
                <a:spcPts val="0"/>
              </a:spcAft>
              <a:buClr>
                <a:schemeClr val="dk2"/>
              </a:buClr>
              <a:buSzPts val="4200"/>
              <a:buNone/>
              <a:defRPr sz="4200">
                <a:solidFill>
                  <a:schemeClr val="dk2"/>
                </a:solidFill>
              </a:defRPr>
            </a:lvl5pPr>
            <a:lvl6pPr lvl="5" algn="ctr">
              <a:spcBef>
                <a:spcPts val="0"/>
              </a:spcBef>
              <a:spcAft>
                <a:spcPts val="0"/>
              </a:spcAft>
              <a:buClr>
                <a:schemeClr val="dk2"/>
              </a:buClr>
              <a:buSzPts val="4200"/>
              <a:buNone/>
              <a:defRPr sz="4200">
                <a:solidFill>
                  <a:schemeClr val="dk2"/>
                </a:solidFill>
              </a:defRPr>
            </a:lvl6pPr>
            <a:lvl7pPr lvl="6" algn="ctr">
              <a:spcBef>
                <a:spcPts val="0"/>
              </a:spcBef>
              <a:spcAft>
                <a:spcPts val="0"/>
              </a:spcAft>
              <a:buClr>
                <a:schemeClr val="dk2"/>
              </a:buClr>
              <a:buSzPts val="4200"/>
              <a:buNone/>
              <a:defRPr sz="4200">
                <a:solidFill>
                  <a:schemeClr val="dk2"/>
                </a:solidFill>
              </a:defRPr>
            </a:lvl7pPr>
            <a:lvl8pPr lvl="7" algn="ctr">
              <a:spcBef>
                <a:spcPts val="0"/>
              </a:spcBef>
              <a:spcAft>
                <a:spcPts val="0"/>
              </a:spcAft>
              <a:buClr>
                <a:schemeClr val="dk2"/>
              </a:buClr>
              <a:buSzPts val="4200"/>
              <a:buNone/>
              <a:defRPr sz="4200">
                <a:solidFill>
                  <a:schemeClr val="dk2"/>
                </a:solidFill>
              </a:defRPr>
            </a:lvl8pPr>
            <a:lvl9pPr lvl="8" algn="ctr">
              <a:spcBef>
                <a:spcPts val="0"/>
              </a:spcBef>
              <a:spcAft>
                <a:spcPts val="0"/>
              </a:spcAft>
              <a:buClr>
                <a:schemeClr val="dk2"/>
              </a:buClr>
              <a:buSzPts val="4200"/>
              <a:buNone/>
              <a:defRPr sz="4200">
                <a:solidFill>
                  <a:schemeClr val="dk2"/>
                </a:solidFill>
              </a:defRPr>
            </a:lvl9pPr>
          </a:lstStyle>
          <a:p/>
        </p:txBody>
      </p:sp>
      <p:sp>
        <p:nvSpPr>
          <p:cNvPr id="52" name="Google Shape;52;p9"/>
          <p:cNvSpPr txBox="1"/>
          <p:nvPr>
            <p:ph idx="1" type="subTitle"/>
          </p:nvPr>
        </p:nvSpPr>
        <p:spPr>
          <a:xfrm>
            <a:off x="265500" y="2779467"/>
            <a:ext cx="4045200" cy="12351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p:txBody>
      </p:sp>
      <p:sp>
        <p:nvSpPr>
          <p:cNvPr id="53" name="Google Shape;53;p9"/>
          <p:cNvSpPr txBox="1"/>
          <p:nvPr>
            <p:ph idx="2" type="body"/>
          </p:nvPr>
        </p:nvSpPr>
        <p:spPr>
          <a:xfrm>
            <a:off x="4939500" y="724200"/>
            <a:ext cx="3837000" cy="3695100"/>
          </a:xfrm>
          <a:prstGeom prst="rect">
            <a:avLst/>
          </a:prstGeom>
        </p:spPr>
        <p:txBody>
          <a:bodyPr anchorCtr="0" anchor="ctr" bIns="91425" lIns="91425" spcFirstLastPara="1" rIns="91425" wrap="square" tIns="91425">
            <a:normAutofit/>
          </a:bodyPr>
          <a:lstStyle>
            <a:lvl1pPr indent="-342900" lvl="0" marL="457200">
              <a:spcBef>
                <a:spcPts val="0"/>
              </a:spcBef>
              <a:spcAft>
                <a:spcPts val="0"/>
              </a:spcAft>
              <a:buClr>
                <a:schemeClr val="lt1"/>
              </a:buClr>
              <a:buSzPts val="1800"/>
              <a:buChar char="●"/>
              <a:defRPr>
                <a:solidFill>
                  <a:schemeClr val="lt1"/>
                </a:solidFill>
              </a:defRPr>
            </a:lvl1pPr>
            <a:lvl2pPr indent="-317500" lvl="1" marL="914400">
              <a:spcBef>
                <a:spcPts val="0"/>
              </a:spcBef>
              <a:spcAft>
                <a:spcPts val="0"/>
              </a:spcAft>
              <a:buClr>
                <a:schemeClr val="lt1"/>
              </a:buClr>
              <a:buSzPts val="1400"/>
              <a:buChar char="○"/>
              <a:defRPr>
                <a:solidFill>
                  <a:schemeClr val="lt1"/>
                </a:solidFill>
              </a:defRPr>
            </a:lvl2pPr>
            <a:lvl3pPr indent="-317500" lvl="2" marL="1371600">
              <a:spcBef>
                <a:spcPts val="0"/>
              </a:spcBef>
              <a:spcAft>
                <a:spcPts val="0"/>
              </a:spcAft>
              <a:buClr>
                <a:schemeClr val="lt1"/>
              </a:buClr>
              <a:buSzPts val="1400"/>
              <a:buChar char="■"/>
              <a:defRPr>
                <a:solidFill>
                  <a:schemeClr val="lt1"/>
                </a:solidFill>
              </a:defRPr>
            </a:lvl3pPr>
            <a:lvl4pPr indent="-317500" lvl="3" marL="1828800">
              <a:spcBef>
                <a:spcPts val="0"/>
              </a:spcBef>
              <a:spcAft>
                <a:spcPts val="0"/>
              </a:spcAft>
              <a:buClr>
                <a:schemeClr val="lt1"/>
              </a:buClr>
              <a:buSzPts val="1400"/>
              <a:buChar char="●"/>
              <a:defRPr>
                <a:solidFill>
                  <a:schemeClr val="lt1"/>
                </a:solidFill>
              </a:defRPr>
            </a:lvl4pPr>
            <a:lvl5pPr indent="-317500" lvl="4" marL="2286000">
              <a:spcBef>
                <a:spcPts val="0"/>
              </a:spcBef>
              <a:spcAft>
                <a:spcPts val="0"/>
              </a:spcAft>
              <a:buClr>
                <a:schemeClr val="lt1"/>
              </a:buClr>
              <a:buSzPts val="1400"/>
              <a:buChar char="○"/>
              <a:defRPr>
                <a:solidFill>
                  <a:schemeClr val="lt1"/>
                </a:solidFill>
              </a:defRPr>
            </a:lvl5pPr>
            <a:lvl6pPr indent="-317500" lvl="5" marL="2743200">
              <a:spcBef>
                <a:spcPts val="0"/>
              </a:spcBef>
              <a:spcAft>
                <a:spcPts val="0"/>
              </a:spcAft>
              <a:buClr>
                <a:schemeClr val="lt1"/>
              </a:buClr>
              <a:buSzPts val="1400"/>
              <a:buChar char="■"/>
              <a:defRPr>
                <a:solidFill>
                  <a:schemeClr val="lt1"/>
                </a:solidFill>
              </a:defRPr>
            </a:lvl6pPr>
            <a:lvl7pPr indent="-317500" lvl="6" marL="3200400">
              <a:spcBef>
                <a:spcPts val="0"/>
              </a:spcBef>
              <a:spcAft>
                <a:spcPts val="0"/>
              </a:spcAft>
              <a:buClr>
                <a:schemeClr val="lt1"/>
              </a:buClr>
              <a:buSzPts val="1400"/>
              <a:buChar char="●"/>
              <a:defRPr>
                <a:solidFill>
                  <a:schemeClr val="lt1"/>
                </a:solidFill>
              </a:defRPr>
            </a:lvl7pPr>
            <a:lvl8pPr indent="-317500" lvl="7" marL="3657600">
              <a:spcBef>
                <a:spcPts val="0"/>
              </a:spcBef>
              <a:spcAft>
                <a:spcPts val="0"/>
              </a:spcAft>
              <a:buClr>
                <a:schemeClr val="lt1"/>
              </a:buClr>
              <a:buSzPts val="1400"/>
              <a:buChar char="○"/>
              <a:defRPr>
                <a:solidFill>
                  <a:schemeClr val="lt1"/>
                </a:solidFill>
              </a:defRPr>
            </a:lvl8pPr>
            <a:lvl9pPr indent="-317500" lvl="8" marL="4114800">
              <a:spcBef>
                <a:spcPts val="0"/>
              </a:spcBef>
              <a:spcAft>
                <a:spcPts val="0"/>
              </a:spcAft>
              <a:buClr>
                <a:schemeClr val="lt1"/>
              </a:buClr>
              <a:buSzPts val="1400"/>
              <a:buChar char="■"/>
              <a:defRPr>
                <a:solidFill>
                  <a:schemeClr val="lt1"/>
                </a:solidFill>
              </a:defRPr>
            </a:lvl9pPr>
          </a:lstStyle>
          <a:p/>
        </p:txBody>
      </p:sp>
      <p:sp>
        <p:nvSpPr>
          <p:cNvPr id="54" name="Google Shape;54;p9"/>
          <p:cNvSpPr txBox="1"/>
          <p:nvPr>
            <p:ph idx="12" type="sldNum"/>
          </p:nvPr>
        </p:nvSpPr>
        <p:spPr>
          <a:xfrm>
            <a:off x="8523541" y="4695623"/>
            <a:ext cx="548700" cy="393600"/>
          </a:xfrm>
          <a:prstGeom prst="rect">
            <a:avLst/>
          </a:prstGeom>
        </p:spPr>
        <p:txBody>
          <a:bodyPr anchorCtr="0" anchor="ctr" bIns="91425" lIns="91425" spcFirstLastPara="1" rIns="91425" wrap="square" tIns="91425">
            <a:normAutofit/>
          </a:bodyPr>
          <a:lstStyle>
            <a:lvl1pPr lvl="0">
              <a:buNone/>
              <a:defRPr>
                <a:solidFill>
                  <a:schemeClr val="lt1"/>
                </a:solidFill>
              </a:defRPr>
            </a:lvl1pPr>
            <a:lvl2pPr lvl="1">
              <a:buNone/>
              <a:defRPr>
                <a:solidFill>
                  <a:schemeClr val="lt1"/>
                </a:solidFill>
              </a:defRPr>
            </a:lvl2pPr>
            <a:lvl3pPr lvl="2">
              <a:buNone/>
              <a:defRPr>
                <a:solidFill>
                  <a:schemeClr val="lt1"/>
                </a:solidFill>
              </a:defRPr>
            </a:lvl3pPr>
            <a:lvl4pPr lvl="3">
              <a:buNone/>
              <a:defRPr>
                <a:solidFill>
                  <a:schemeClr val="lt1"/>
                </a:solidFill>
              </a:defRPr>
            </a:lvl4pPr>
            <a:lvl5pPr lvl="4">
              <a:buNone/>
              <a:defRPr>
                <a:solidFill>
                  <a:schemeClr val="lt1"/>
                </a:solidFill>
              </a:defRPr>
            </a:lvl5pPr>
            <a:lvl6pPr lvl="5">
              <a:buNone/>
              <a:defRPr>
                <a:solidFill>
                  <a:schemeClr val="lt1"/>
                </a:solidFill>
              </a:defRPr>
            </a:lvl6pPr>
            <a:lvl7pPr lvl="6">
              <a:buNone/>
              <a:defRPr>
                <a:solidFill>
                  <a:schemeClr val="lt1"/>
                </a:solidFill>
              </a:defRPr>
            </a:lvl7pPr>
            <a:lvl8pPr lvl="7">
              <a:buNone/>
              <a:defRPr>
                <a:solidFill>
                  <a:schemeClr val="lt1"/>
                </a:solidFill>
              </a:defRPr>
            </a:lvl8pPr>
            <a:lvl9pPr lvl="8">
              <a:buNone/>
              <a:defRPr>
                <a:solidFill>
                  <a:schemeClr val="lt1"/>
                </a:solidFil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55" name="Shape 55"/>
        <p:cNvGrpSpPr/>
        <p:nvPr/>
      </p:nvGrpSpPr>
      <p:grpSpPr>
        <a:xfrm>
          <a:off x="0" y="0"/>
          <a:ext cx="0" cy="0"/>
          <a:chOff x="0" y="0"/>
          <a:chExt cx="0" cy="0"/>
        </a:xfrm>
      </p:grpSpPr>
      <p:sp>
        <p:nvSpPr>
          <p:cNvPr id="56" name="Google Shape;56;p10"/>
          <p:cNvSpPr txBox="1"/>
          <p:nvPr/>
        </p:nvSpPr>
        <p:spPr>
          <a:xfrm flipH="1" rot="10800000">
            <a:off x="0" y="0"/>
            <a:ext cx="9144000" cy="4695900"/>
          </a:xfrm>
          <a:prstGeom prst="rect">
            <a:avLst/>
          </a:prstGeom>
          <a:solidFill>
            <a:srgbClr val="00000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7" name="Google Shape;57;p10"/>
          <p:cNvSpPr/>
          <p:nvPr/>
        </p:nvSpPr>
        <p:spPr>
          <a:xfrm flipH="1" rot="10800000">
            <a:off x="0" y="4622725"/>
            <a:ext cx="9144000" cy="74100"/>
          </a:xfrm>
          <a:prstGeom prst="rect">
            <a:avLst/>
          </a:prstGeom>
          <a:gradFill>
            <a:gsLst>
              <a:gs pos="0">
                <a:srgbClr val="F9F9F9"/>
              </a:gs>
              <a:gs pos="36000">
                <a:srgbClr val="F9F9F9"/>
              </a:gs>
              <a:gs pos="80000">
                <a:srgbClr val="DEDEDE"/>
              </a:gs>
              <a:gs pos="100000">
                <a:srgbClr val="999999"/>
              </a:gs>
            </a:gsLst>
            <a:lin ang="16200038"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8" name="Google Shape;58;p10"/>
          <p:cNvSpPr txBox="1"/>
          <p:nvPr>
            <p:ph idx="1" type="body"/>
          </p:nvPr>
        </p:nvSpPr>
        <p:spPr>
          <a:xfrm>
            <a:off x="57150" y="4696825"/>
            <a:ext cx="8382000" cy="446700"/>
          </a:xfrm>
          <a:prstGeom prst="rect">
            <a:avLst/>
          </a:prstGeom>
        </p:spPr>
        <p:txBody>
          <a:bodyPr anchorCtr="0" anchor="ctr" bIns="91425" lIns="91425" spcFirstLastPara="1" rIns="91425" wrap="square" tIns="91425">
            <a:normAutofit/>
          </a:bodyPr>
          <a:lstStyle>
            <a:lvl1pPr indent="-228600" lvl="0" marL="457200" rtl="0">
              <a:lnSpc>
                <a:spcPct val="100000"/>
              </a:lnSpc>
              <a:spcBef>
                <a:spcPts val="0"/>
              </a:spcBef>
              <a:spcAft>
                <a:spcPts val="0"/>
              </a:spcAft>
              <a:buClr>
                <a:schemeClr val="lt1"/>
              </a:buClr>
              <a:buSzPts val="1200"/>
              <a:buNone/>
              <a:defRPr sz="1200">
                <a:solidFill>
                  <a:schemeClr val="lt1"/>
                </a:solidFill>
              </a:defRPr>
            </a:lvl1pPr>
          </a:lstStyle>
          <a:p/>
        </p:txBody>
      </p:sp>
      <p:sp>
        <p:nvSpPr>
          <p:cNvPr id="59" name="Google Shape;59;p10"/>
          <p:cNvSpPr txBox="1"/>
          <p:nvPr>
            <p:ph idx="12" type="sldNum"/>
          </p:nvPr>
        </p:nvSpPr>
        <p:spPr>
          <a:xfrm>
            <a:off x="8523541" y="4695623"/>
            <a:ext cx="548700" cy="393600"/>
          </a:xfrm>
          <a:prstGeom prst="rect">
            <a:avLst/>
          </a:prstGeom>
        </p:spPr>
        <p:txBody>
          <a:bodyPr anchorCtr="0" anchor="ctr" bIns="91425" lIns="91425" spcFirstLastPara="1" rIns="91425" wrap="square" tIns="91425">
            <a:normAutofit/>
          </a:bodyPr>
          <a:lstStyle>
            <a:lvl1pPr lvl="0">
              <a:buNone/>
              <a:defRPr>
                <a:solidFill>
                  <a:schemeClr val="lt1"/>
                </a:solidFill>
              </a:defRPr>
            </a:lvl1pPr>
            <a:lvl2pPr lvl="1">
              <a:buNone/>
              <a:defRPr>
                <a:solidFill>
                  <a:schemeClr val="lt1"/>
                </a:solidFill>
              </a:defRPr>
            </a:lvl2pPr>
            <a:lvl3pPr lvl="2">
              <a:buNone/>
              <a:defRPr>
                <a:solidFill>
                  <a:schemeClr val="lt1"/>
                </a:solidFill>
              </a:defRPr>
            </a:lvl3pPr>
            <a:lvl4pPr lvl="3">
              <a:buNone/>
              <a:defRPr>
                <a:solidFill>
                  <a:schemeClr val="lt1"/>
                </a:solidFill>
              </a:defRPr>
            </a:lvl4pPr>
            <a:lvl5pPr lvl="4">
              <a:buNone/>
              <a:defRPr>
                <a:solidFill>
                  <a:schemeClr val="lt1"/>
                </a:solidFill>
              </a:defRPr>
            </a:lvl5pPr>
            <a:lvl6pPr lvl="5">
              <a:buNone/>
              <a:defRPr>
                <a:solidFill>
                  <a:schemeClr val="lt1"/>
                </a:solidFill>
              </a:defRPr>
            </a:lvl6pPr>
            <a:lvl7pPr lvl="6">
              <a:buNone/>
              <a:defRPr>
                <a:solidFill>
                  <a:schemeClr val="lt1"/>
                </a:solidFill>
              </a:defRPr>
            </a:lvl7pPr>
            <a:lvl8pPr lvl="7">
              <a:buNone/>
              <a:defRPr>
                <a:solidFill>
                  <a:schemeClr val="lt1"/>
                </a:solidFill>
              </a:defRPr>
            </a:lvl8pPr>
            <a:lvl9pPr lvl="8">
              <a:buNone/>
              <a:defRPr>
                <a:solidFill>
                  <a:schemeClr val="lt1"/>
                </a:solidFil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bg>
      <p:bgPr>
        <a:solidFill>
          <a:srgbClr val="450B0C"/>
        </a:solidFill>
      </p:bgPr>
    </p:bg>
    <p:spTree>
      <p:nvGrpSpPr>
        <p:cNvPr id="60" name="Shape 60"/>
        <p:cNvGrpSpPr/>
        <p:nvPr/>
      </p:nvGrpSpPr>
      <p:grpSpPr>
        <a:xfrm>
          <a:off x="0" y="0"/>
          <a:ext cx="0" cy="0"/>
          <a:chOff x="0" y="0"/>
          <a:chExt cx="0" cy="0"/>
        </a:xfrm>
      </p:grpSpPr>
      <p:sp>
        <p:nvSpPr>
          <p:cNvPr id="61" name="Google Shape;61;p11"/>
          <p:cNvSpPr txBox="1"/>
          <p:nvPr>
            <p:ph hasCustomPrompt="1" type="title"/>
          </p:nvPr>
        </p:nvSpPr>
        <p:spPr>
          <a:xfrm>
            <a:off x="475500" y="1258525"/>
            <a:ext cx="8222100" cy="1963500"/>
          </a:xfrm>
          <a:prstGeom prst="rect">
            <a:avLst/>
          </a:prstGeom>
        </p:spPr>
        <p:txBody>
          <a:bodyPr anchorCtr="0" anchor="b" bIns="91425" lIns="91425" spcFirstLastPara="1" rIns="91425" wrap="square" tIns="91425">
            <a:normAutofit/>
          </a:bodyPr>
          <a:lstStyle>
            <a:lvl1pPr lvl="0" algn="ctr">
              <a:spcBef>
                <a:spcPts val="0"/>
              </a:spcBef>
              <a:spcAft>
                <a:spcPts val="0"/>
              </a:spcAft>
              <a:buSzPts val="12000"/>
              <a:buNone/>
              <a:defRPr sz="12000"/>
            </a:lvl1pPr>
            <a:lvl2pPr lvl="1" algn="ctr">
              <a:spcBef>
                <a:spcPts val="0"/>
              </a:spcBef>
              <a:spcAft>
                <a:spcPts val="0"/>
              </a:spcAft>
              <a:buClr>
                <a:schemeClr val="dk2"/>
              </a:buClr>
              <a:buSzPts val="12000"/>
              <a:buNone/>
              <a:defRPr sz="12000">
                <a:solidFill>
                  <a:schemeClr val="dk2"/>
                </a:solidFill>
              </a:defRPr>
            </a:lvl2pPr>
            <a:lvl3pPr lvl="2" algn="ctr">
              <a:spcBef>
                <a:spcPts val="0"/>
              </a:spcBef>
              <a:spcAft>
                <a:spcPts val="0"/>
              </a:spcAft>
              <a:buClr>
                <a:schemeClr val="dk2"/>
              </a:buClr>
              <a:buSzPts val="12000"/>
              <a:buNone/>
              <a:defRPr sz="12000">
                <a:solidFill>
                  <a:schemeClr val="dk2"/>
                </a:solidFill>
              </a:defRPr>
            </a:lvl3pPr>
            <a:lvl4pPr lvl="3" algn="ctr">
              <a:spcBef>
                <a:spcPts val="0"/>
              </a:spcBef>
              <a:spcAft>
                <a:spcPts val="0"/>
              </a:spcAft>
              <a:buClr>
                <a:schemeClr val="dk2"/>
              </a:buClr>
              <a:buSzPts val="12000"/>
              <a:buNone/>
              <a:defRPr sz="12000">
                <a:solidFill>
                  <a:schemeClr val="dk2"/>
                </a:solidFill>
              </a:defRPr>
            </a:lvl4pPr>
            <a:lvl5pPr lvl="4" algn="ctr">
              <a:spcBef>
                <a:spcPts val="0"/>
              </a:spcBef>
              <a:spcAft>
                <a:spcPts val="0"/>
              </a:spcAft>
              <a:buClr>
                <a:schemeClr val="dk2"/>
              </a:buClr>
              <a:buSzPts val="12000"/>
              <a:buNone/>
              <a:defRPr sz="12000">
                <a:solidFill>
                  <a:schemeClr val="dk2"/>
                </a:solidFill>
              </a:defRPr>
            </a:lvl5pPr>
            <a:lvl6pPr lvl="5" algn="ctr">
              <a:spcBef>
                <a:spcPts val="0"/>
              </a:spcBef>
              <a:spcAft>
                <a:spcPts val="0"/>
              </a:spcAft>
              <a:buClr>
                <a:schemeClr val="dk2"/>
              </a:buClr>
              <a:buSzPts val="12000"/>
              <a:buNone/>
              <a:defRPr sz="12000">
                <a:solidFill>
                  <a:schemeClr val="dk2"/>
                </a:solidFill>
              </a:defRPr>
            </a:lvl6pPr>
            <a:lvl7pPr lvl="6" algn="ctr">
              <a:spcBef>
                <a:spcPts val="0"/>
              </a:spcBef>
              <a:spcAft>
                <a:spcPts val="0"/>
              </a:spcAft>
              <a:buClr>
                <a:schemeClr val="dk2"/>
              </a:buClr>
              <a:buSzPts val="12000"/>
              <a:buNone/>
              <a:defRPr sz="12000">
                <a:solidFill>
                  <a:schemeClr val="dk2"/>
                </a:solidFill>
              </a:defRPr>
            </a:lvl7pPr>
            <a:lvl8pPr lvl="7" algn="ctr">
              <a:spcBef>
                <a:spcPts val="0"/>
              </a:spcBef>
              <a:spcAft>
                <a:spcPts val="0"/>
              </a:spcAft>
              <a:buClr>
                <a:schemeClr val="dk2"/>
              </a:buClr>
              <a:buSzPts val="12000"/>
              <a:buNone/>
              <a:defRPr sz="12000">
                <a:solidFill>
                  <a:schemeClr val="dk2"/>
                </a:solidFill>
              </a:defRPr>
            </a:lvl8pPr>
            <a:lvl9pPr lvl="8" algn="ctr">
              <a:spcBef>
                <a:spcPts val="0"/>
              </a:spcBef>
              <a:spcAft>
                <a:spcPts val="0"/>
              </a:spcAft>
              <a:buClr>
                <a:schemeClr val="dk2"/>
              </a:buClr>
              <a:buSzPts val="12000"/>
              <a:buNone/>
              <a:defRPr sz="12000">
                <a:solidFill>
                  <a:schemeClr val="dk2"/>
                </a:solidFill>
              </a:defRPr>
            </a:lvl9pPr>
          </a:lstStyle>
          <a:p>
            <a:r>
              <a:t>xx%</a:t>
            </a:r>
          </a:p>
        </p:txBody>
      </p:sp>
      <p:sp>
        <p:nvSpPr>
          <p:cNvPr id="62" name="Google Shape;62;p11"/>
          <p:cNvSpPr txBox="1"/>
          <p:nvPr>
            <p:ph idx="1" type="body"/>
          </p:nvPr>
        </p:nvSpPr>
        <p:spPr>
          <a:xfrm>
            <a:off x="475500" y="3304625"/>
            <a:ext cx="8222100" cy="1300800"/>
          </a:xfrm>
          <a:prstGeom prst="rect">
            <a:avLst/>
          </a:prstGeom>
        </p:spPr>
        <p:txBody>
          <a:bodyPr anchorCtr="0" anchor="t" bIns="91425" lIns="91425" spcFirstLastPara="1" rIns="91425" wrap="square" tIns="91425">
            <a:normAutofit/>
          </a:bodyPr>
          <a:lstStyle>
            <a:lvl1pPr indent="-342900" lvl="0" marL="457200" algn="ctr">
              <a:spcBef>
                <a:spcPts val="0"/>
              </a:spcBef>
              <a:spcAft>
                <a:spcPts val="0"/>
              </a:spcAft>
              <a:buClr>
                <a:schemeClr val="lt1"/>
              </a:buClr>
              <a:buSzPts val="1800"/>
              <a:buChar char="●"/>
              <a:defRPr>
                <a:solidFill>
                  <a:schemeClr val="lt1"/>
                </a:solidFill>
              </a:defRPr>
            </a:lvl1pPr>
            <a:lvl2pPr indent="-317500" lvl="1" marL="914400" algn="ctr">
              <a:spcBef>
                <a:spcPts val="0"/>
              </a:spcBef>
              <a:spcAft>
                <a:spcPts val="0"/>
              </a:spcAft>
              <a:buClr>
                <a:schemeClr val="lt1"/>
              </a:buClr>
              <a:buSzPts val="1400"/>
              <a:buChar char="○"/>
              <a:defRPr>
                <a:solidFill>
                  <a:schemeClr val="lt1"/>
                </a:solidFill>
              </a:defRPr>
            </a:lvl2pPr>
            <a:lvl3pPr indent="-317500" lvl="2" marL="1371600" algn="ctr">
              <a:spcBef>
                <a:spcPts val="0"/>
              </a:spcBef>
              <a:spcAft>
                <a:spcPts val="0"/>
              </a:spcAft>
              <a:buClr>
                <a:schemeClr val="lt1"/>
              </a:buClr>
              <a:buSzPts val="1400"/>
              <a:buChar char="■"/>
              <a:defRPr>
                <a:solidFill>
                  <a:schemeClr val="lt1"/>
                </a:solidFill>
              </a:defRPr>
            </a:lvl3pPr>
            <a:lvl4pPr indent="-317500" lvl="3" marL="1828800" algn="ctr">
              <a:spcBef>
                <a:spcPts val="0"/>
              </a:spcBef>
              <a:spcAft>
                <a:spcPts val="0"/>
              </a:spcAft>
              <a:buClr>
                <a:schemeClr val="lt1"/>
              </a:buClr>
              <a:buSzPts val="1400"/>
              <a:buChar char="●"/>
              <a:defRPr>
                <a:solidFill>
                  <a:schemeClr val="lt1"/>
                </a:solidFill>
              </a:defRPr>
            </a:lvl4pPr>
            <a:lvl5pPr indent="-317500" lvl="4" marL="2286000" algn="ctr">
              <a:spcBef>
                <a:spcPts val="0"/>
              </a:spcBef>
              <a:spcAft>
                <a:spcPts val="0"/>
              </a:spcAft>
              <a:buClr>
                <a:schemeClr val="lt1"/>
              </a:buClr>
              <a:buSzPts val="1400"/>
              <a:buChar char="○"/>
              <a:defRPr>
                <a:solidFill>
                  <a:schemeClr val="lt1"/>
                </a:solidFill>
              </a:defRPr>
            </a:lvl5pPr>
            <a:lvl6pPr indent="-317500" lvl="5" marL="2743200" algn="ctr">
              <a:spcBef>
                <a:spcPts val="0"/>
              </a:spcBef>
              <a:spcAft>
                <a:spcPts val="0"/>
              </a:spcAft>
              <a:buClr>
                <a:schemeClr val="lt1"/>
              </a:buClr>
              <a:buSzPts val="1400"/>
              <a:buChar char="■"/>
              <a:defRPr>
                <a:solidFill>
                  <a:schemeClr val="lt1"/>
                </a:solidFill>
              </a:defRPr>
            </a:lvl6pPr>
            <a:lvl7pPr indent="-317500" lvl="6" marL="3200400" algn="ctr">
              <a:spcBef>
                <a:spcPts val="0"/>
              </a:spcBef>
              <a:spcAft>
                <a:spcPts val="0"/>
              </a:spcAft>
              <a:buClr>
                <a:schemeClr val="lt1"/>
              </a:buClr>
              <a:buSzPts val="1400"/>
              <a:buChar char="●"/>
              <a:defRPr>
                <a:solidFill>
                  <a:schemeClr val="lt1"/>
                </a:solidFill>
              </a:defRPr>
            </a:lvl7pPr>
            <a:lvl8pPr indent="-317500" lvl="7" marL="3657600" algn="ctr">
              <a:spcBef>
                <a:spcPts val="0"/>
              </a:spcBef>
              <a:spcAft>
                <a:spcPts val="0"/>
              </a:spcAft>
              <a:buClr>
                <a:schemeClr val="lt1"/>
              </a:buClr>
              <a:buSzPts val="1400"/>
              <a:buChar char="○"/>
              <a:defRPr>
                <a:solidFill>
                  <a:schemeClr val="lt1"/>
                </a:solidFill>
              </a:defRPr>
            </a:lvl8pPr>
            <a:lvl9pPr indent="-317500" lvl="8" marL="4114800" algn="ctr">
              <a:spcBef>
                <a:spcPts val="0"/>
              </a:spcBef>
              <a:spcAft>
                <a:spcPts val="0"/>
              </a:spcAft>
              <a:buClr>
                <a:schemeClr val="lt1"/>
              </a:buClr>
              <a:buSzPts val="1400"/>
              <a:buChar char="■"/>
              <a:defRPr>
                <a:solidFill>
                  <a:schemeClr val="lt1"/>
                </a:solidFill>
              </a:defRPr>
            </a:lvl9pPr>
          </a:lstStyle>
          <a:p/>
        </p:txBody>
      </p:sp>
      <p:sp>
        <p:nvSpPr>
          <p:cNvPr id="63" name="Google Shape;63;p11"/>
          <p:cNvSpPr txBox="1"/>
          <p:nvPr>
            <p:ph idx="12" type="sldNum"/>
          </p:nvPr>
        </p:nvSpPr>
        <p:spPr>
          <a:xfrm>
            <a:off x="8523541" y="4695623"/>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bg>
      <p:bgPr>
        <a:solidFill>
          <a:srgbClr val="450B0C"/>
        </a:solidFill>
      </p:bgPr>
    </p:bg>
    <p:spTree>
      <p:nvGrpSpPr>
        <p:cNvPr id="64" name="Shape 64"/>
        <p:cNvGrpSpPr/>
        <p:nvPr/>
      </p:nvGrpSpPr>
      <p:grpSpPr>
        <a:xfrm>
          <a:off x="0" y="0"/>
          <a:ext cx="0" cy="0"/>
          <a:chOff x="0" y="0"/>
          <a:chExt cx="0" cy="0"/>
        </a:xfrm>
      </p:grpSpPr>
      <p:sp>
        <p:nvSpPr>
          <p:cNvPr id="65" name="Google Shape;65;p12"/>
          <p:cNvSpPr txBox="1"/>
          <p:nvPr>
            <p:ph idx="12" type="sldNum"/>
          </p:nvPr>
        </p:nvSpPr>
        <p:spPr>
          <a:xfrm>
            <a:off x="8523541" y="4695623"/>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2" Type="http://schemas.openxmlformats.org/officeDocument/2006/relationships/theme" Target="../theme/theme1.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material">
    <p:bg>
      <p:bgPr>
        <a:solidFill>
          <a:srgbClr val="000000"/>
        </a:solidFill>
      </p:bgPr>
    </p:bg>
    <p:spTree>
      <p:nvGrpSpPr>
        <p:cNvPr id="5" name="Shape 5"/>
        <p:cNvGrpSpPr/>
        <p:nvPr/>
      </p:nvGrpSpPr>
      <p:grpSpPr>
        <a:xfrm>
          <a:off x="0" y="0"/>
          <a:ext cx="0" cy="0"/>
          <a:chOff x="0" y="0"/>
          <a:chExt cx="0" cy="0"/>
        </a:xfrm>
      </p:grpSpPr>
      <p:sp>
        <p:nvSpPr>
          <p:cNvPr id="6" name="Google Shape;6;p1"/>
          <p:cNvSpPr txBox="1"/>
          <p:nvPr>
            <p:ph type="title"/>
          </p:nvPr>
        </p:nvSpPr>
        <p:spPr>
          <a:xfrm>
            <a:off x="471900" y="738725"/>
            <a:ext cx="8222100" cy="767700"/>
          </a:xfrm>
          <a:prstGeom prst="rect">
            <a:avLst/>
          </a:prstGeom>
          <a:noFill/>
          <a:ln>
            <a:noFill/>
          </a:ln>
        </p:spPr>
        <p:txBody>
          <a:bodyPr anchorCtr="0" anchor="b" bIns="91425" lIns="91425" spcFirstLastPara="1" rIns="91425" wrap="square" tIns="91425">
            <a:normAutofit/>
          </a:bodyPr>
          <a:lstStyle>
            <a:lvl1pPr lvl="0">
              <a:spcBef>
                <a:spcPts val="0"/>
              </a:spcBef>
              <a:spcAft>
                <a:spcPts val="0"/>
              </a:spcAft>
              <a:buClr>
                <a:schemeClr val="lt1"/>
              </a:buClr>
              <a:buSzPts val="3200"/>
              <a:buFont typeface="Proxima Nova"/>
              <a:buNone/>
              <a:defRPr sz="3200">
                <a:solidFill>
                  <a:schemeClr val="lt1"/>
                </a:solidFill>
                <a:latin typeface="Proxima Nova"/>
                <a:ea typeface="Proxima Nova"/>
                <a:cs typeface="Proxima Nova"/>
                <a:sym typeface="Proxima Nova"/>
              </a:defRPr>
            </a:lvl1pPr>
            <a:lvl2pPr lvl="1">
              <a:spcBef>
                <a:spcPts val="0"/>
              </a:spcBef>
              <a:spcAft>
                <a:spcPts val="0"/>
              </a:spcAft>
              <a:buClr>
                <a:schemeClr val="lt1"/>
              </a:buClr>
              <a:buSzPts val="3200"/>
              <a:buFont typeface="Barlow"/>
              <a:buNone/>
              <a:defRPr sz="3200">
                <a:solidFill>
                  <a:schemeClr val="lt1"/>
                </a:solidFill>
                <a:latin typeface="Barlow"/>
                <a:ea typeface="Barlow"/>
                <a:cs typeface="Barlow"/>
                <a:sym typeface="Barlow"/>
              </a:defRPr>
            </a:lvl2pPr>
            <a:lvl3pPr lvl="2">
              <a:spcBef>
                <a:spcPts val="0"/>
              </a:spcBef>
              <a:spcAft>
                <a:spcPts val="0"/>
              </a:spcAft>
              <a:buClr>
                <a:schemeClr val="lt1"/>
              </a:buClr>
              <a:buSzPts val="3200"/>
              <a:buFont typeface="Barlow"/>
              <a:buNone/>
              <a:defRPr sz="3200">
                <a:solidFill>
                  <a:schemeClr val="lt1"/>
                </a:solidFill>
                <a:latin typeface="Barlow"/>
                <a:ea typeface="Barlow"/>
                <a:cs typeface="Barlow"/>
                <a:sym typeface="Barlow"/>
              </a:defRPr>
            </a:lvl3pPr>
            <a:lvl4pPr lvl="3">
              <a:spcBef>
                <a:spcPts val="0"/>
              </a:spcBef>
              <a:spcAft>
                <a:spcPts val="0"/>
              </a:spcAft>
              <a:buClr>
                <a:schemeClr val="lt1"/>
              </a:buClr>
              <a:buSzPts val="3200"/>
              <a:buFont typeface="Barlow"/>
              <a:buNone/>
              <a:defRPr sz="3200">
                <a:solidFill>
                  <a:schemeClr val="lt1"/>
                </a:solidFill>
                <a:latin typeface="Barlow"/>
                <a:ea typeface="Barlow"/>
                <a:cs typeface="Barlow"/>
                <a:sym typeface="Barlow"/>
              </a:defRPr>
            </a:lvl4pPr>
            <a:lvl5pPr lvl="4">
              <a:spcBef>
                <a:spcPts val="0"/>
              </a:spcBef>
              <a:spcAft>
                <a:spcPts val="0"/>
              </a:spcAft>
              <a:buClr>
                <a:schemeClr val="lt1"/>
              </a:buClr>
              <a:buSzPts val="3200"/>
              <a:buFont typeface="Barlow"/>
              <a:buNone/>
              <a:defRPr sz="3200">
                <a:solidFill>
                  <a:schemeClr val="lt1"/>
                </a:solidFill>
                <a:latin typeface="Barlow"/>
                <a:ea typeface="Barlow"/>
                <a:cs typeface="Barlow"/>
                <a:sym typeface="Barlow"/>
              </a:defRPr>
            </a:lvl5pPr>
            <a:lvl6pPr lvl="5">
              <a:spcBef>
                <a:spcPts val="0"/>
              </a:spcBef>
              <a:spcAft>
                <a:spcPts val="0"/>
              </a:spcAft>
              <a:buClr>
                <a:schemeClr val="lt1"/>
              </a:buClr>
              <a:buSzPts val="3200"/>
              <a:buFont typeface="Barlow"/>
              <a:buNone/>
              <a:defRPr sz="3200">
                <a:solidFill>
                  <a:schemeClr val="lt1"/>
                </a:solidFill>
                <a:latin typeface="Barlow"/>
                <a:ea typeface="Barlow"/>
                <a:cs typeface="Barlow"/>
                <a:sym typeface="Barlow"/>
              </a:defRPr>
            </a:lvl6pPr>
            <a:lvl7pPr lvl="6">
              <a:spcBef>
                <a:spcPts val="0"/>
              </a:spcBef>
              <a:spcAft>
                <a:spcPts val="0"/>
              </a:spcAft>
              <a:buClr>
                <a:schemeClr val="lt1"/>
              </a:buClr>
              <a:buSzPts val="3200"/>
              <a:buFont typeface="Barlow"/>
              <a:buNone/>
              <a:defRPr sz="3200">
                <a:solidFill>
                  <a:schemeClr val="lt1"/>
                </a:solidFill>
                <a:latin typeface="Barlow"/>
                <a:ea typeface="Barlow"/>
                <a:cs typeface="Barlow"/>
                <a:sym typeface="Barlow"/>
              </a:defRPr>
            </a:lvl7pPr>
            <a:lvl8pPr lvl="7">
              <a:spcBef>
                <a:spcPts val="0"/>
              </a:spcBef>
              <a:spcAft>
                <a:spcPts val="0"/>
              </a:spcAft>
              <a:buClr>
                <a:schemeClr val="lt1"/>
              </a:buClr>
              <a:buSzPts val="3200"/>
              <a:buFont typeface="Barlow"/>
              <a:buNone/>
              <a:defRPr sz="3200">
                <a:solidFill>
                  <a:schemeClr val="lt1"/>
                </a:solidFill>
                <a:latin typeface="Barlow"/>
                <a:ea typeface="Barlow"/>
                <a:cs typeface="Barlow"/>
                <a:sym typeface="Barlow"/>
              </a:defRPr>
            </a:lvl8pPr>
            <a:lvl9pPr lvl="8">
              <a:spcBef>
                <a:spcPts val="0"/>
              </a:spcBef>
              <a:spcAft>
                <a:spcPts val="0"/>
              </a:spcAft>
              <a:buClr>
                <a:schemeClr val="lt1"/>
              </a:buClr>
              <a:buSzPts val="3200"/>
              <a:buFont typeface="Barlow"/>
              <a:buNone/>
              <a:defRPr sz="3200">
                <a:solidFill>
                  <a:schemeClr val="lt1"/>
                </a:solidFill>
                <a:latin typeface="Barlow"/>
                <a:ea typeface="Barlow"/>
                <a:cs typeface="Barlow"/>
                <a:sym typeface="Barlow"/>
              </a:defRPr>
            </a:lvl9pPr>
          </a:lstStyle>
          <a:p/>
        </p:txBody>
      </p:sp>
      <p:sp>
        <p:nvSpPr>
          <p:cNvPr id="7" name="Google Shape;7;p1"/>
          <p:cNvSpPr txBox="1"/>
          <p:nvPr>
            <p:ph idx="1" type="body"/>
          </p:nvPr>
        </p:nvSpPr>
        <p:spPr>
          <a:xfrm>
            <a:off x="471900" y="1919075"/>
            <a:ext cx="8222100" cy="2710200"/>
          </a:xfrm>
          <a:prstGeom prst="rect">
            <a:avLst/>
          </a:prstGeom>
          <a:noFill/>
          <a:ln>
            <a:noFill/>
          </a:ln>
        </p:spPr>
        <p:txBody>
          <a:bodyPr anchorCtr="0" anchor="t" bIns="91425" lIns="91425" spcFirstLastPara="1" rIns="91425" wrap="square" tIns="91425">
            <a:normAutofit/>
          </a:bodyPr>
          <a:lstStyle>
            <a:lvl1pPr indent="-342900" lvl="0" marL="457200">
              <a:lnSpc>
                <a:spcPct val="115000"/>
              </a:lnSpc>
              <a:spcBef>
                <a:spcPts val="0"/>
              </a:spcBef>
              <a:spcAft>
                <a:spcPts val="0"/>
              </a:spcAft>
              <a:buClr>
                <a:schemeClr val="lt2"/>
              </a:buClr>
              <a:buSzPts val="1800"/>
              <a:buFont typeface="Proxima Nova"/>
              <a:buChar char="●"/>
              <a:defRPr sz="1800">
                <a:solidFill>
                  <a:schemeClr val="lt2"/>
                </a:solidFill>
                <a:latin typeface="Proxima Nova"/>
                <a:ea typeface="Proxima Nova"/>
                <a:cs typeface="Proxima Nova"/>
                <a:sym typeface="Proxima Nova"/>
              </a:defRPr>
            </a:lvl1pPr>
            <a:lvl2pPr indent="-317500" lvl="1" marL="914400">
              <a:lnSpc>
                <a:spcPct val="115000"/>
              </a:lnSpc>
              <a:spcBef>
                <a:spcPts val="0"/>
              </a:spcBef>
              <a:spcAft>
                <a:spcPts val="0"/>
              </a:spcAft>
              <a:buClr>
                <a:schemeClr val="lt2"/>
              </a:buClr>
              <a:buSzPts val="1400"/>
              <a:buFont typeface="Proxima Nova"/>
              <a:buChar char="○"/>
              <a:defRPr>
                <a:solidFill>
                  <a:schemeClr val="lt2"/>
                </a:solidFill>
                <a:latin typeface="Proxima Nova"/>
                <a:ea typeface="Proxima Nova"/>
                <a:cs typeface="Proxima Nova"/>
                <a:sym typeface="Proxima Nova"/>
              </a:defRPr>
            </a:lvl2pPr>
            <a:lvl3pPr indent="-317500" lvl="2" marL="1371600">
              <a:lnSpc>
                <a:spcPct val="115000"/>
              </a:lnSpc>
              <a:spcBef>
                <a:spcPts val="0"/>
              </a:spcBef>
              <a:spcAft>
                <a:spcPts val="0"/>
              </a:spcAft>
              <a:buClr>
                <a:schemeClr val="lt2"/>
              </a:buClr>
              <a:buSzPts val="1400"/>
              <a:buFont typeface="Proxima Nova"/>
              <a:buChar char="■"/>
              <a:defRPr>
                <a:solidFill>
                  <a:schemeClr val="lt2"/>
                </a:solidFill>
                <a:latin typeface="Proxima Nova"/>
                <a:ea typeface="Proxima Nova"/>
                <a:cs typeface="Proxima Nova"/>
                <a:sym typeface="Proxima Nova"/>
              </a:defRPr>
            </a:lvl3pPr>
            <a:lvl4pPr indent="-317500" lvl="3" marL="1828800">
              <a:lnSpc>
                <a:spcPct val="115000"/>
              </a:lnSpc>
              <a:spcBef>
                <a:spcPts val="0"/>
              </a:spcBef>
              <a:spcAft>
                <a:spcPts val="0"/>
              </a:spcAft>
              <a:buClr>
                <a:schemeClr val="lt2"/>
              </a:buClr>
              <a:buSzPts val="1400"/>
              <a:buFont typeface="Proxima Nova"/>
              <a:buChar char="●"/>
              <a:defRPr>
                <a:solidFill>
                  <a:schemeClr val="lt2"/>
                </a:solidFill>
                <a:latin typeface="Proxima Nova"/>
                <a:ea typeface="Proxima Nova"/>
                <a:cs typeface="Proxima Nova"/>
                <a:sym typeface="Proxima Nova"/>
              </a:defRPr>
            </a:lvl4pPr>
            <a:lvl5pPr indent="-317500" lvl="4" marL="2286000">
              <a:lnSpc>
                <a:spcPct val="115000"/>
              </a:lnSpc>
              <a:spcBef>
                <a:spcPts val="0"/>
              </a:spcBef>
              <a:spcAft>
                <a:spcPts val="0"/>
              </a:spcAft>
              <a:buClr>
                <a:schemeClr val="lt2"/>
              </a:buClr>
              <a:buSzPts val="1400"/>
              <a:buFont typeface="Proxima Nova"/>
              <a:buChar char="○"/>
              <a:defRPr>
                <a:solidFill>
                  <a:schemeClr val="lt2"/>
                </a:solidFill>
                <a:latin typeface="Proxima Nova"/>
                <a:ea typeface="Proxima Nova"/>
                <a:cs typeface="Proxima Nova"/>
                <a:sym typeface="Proxima Nova"/>
              </a:defRPr>
            </a:lvl5pPr>
            <a:lvl6pPr indent="-317500" lvl="5" marL="2743200">
              <a:lnSpc>
                <a:spcPct val="115000"/>
              </a:lnSpc>
              <a:spcBef>
                <a:spcPts val="0"/>
              </a:spcBef>
              <a:spcAft>
                <a:spcPts val="0"/>
              </a:spcAft>
              <a:buClr>
                <a:schemeClr val="lt2"/>
              </a:buClr>
              <a:buSzPts val="1400"/>
              <a:buFont typeface="Proxima Nova"/>
              <a:buChar char="■"/>
              <a:defRPr>
                <a:solidFill>
                  <a:schemeClr val="lt2"/>
                </a:solidFill>
                <a:latin typeface="Proxima Nova"/>
                <a:ea typeface="Proxima Nova"/>
                <a:cs typeface="Proxima Nova"/>
                <a:sym typeface="Proxima Nova"/>
              </a:defRPr>
            </a:lvl6pPr>
            <a:lvl7pPr indent="-317500" lvl="6" marL="3200400">
              <a:lnSpc>
                <a:spcPct val="115000"/>
              </a:lnSpc>
              <a:spcBef>
                <a:spcPts val="0"/>
              </a:spcBef>
              <a:spcAft>
                <a:spcPts val="0"/>
              </a:spcAft>
              <a:buClr>
                <a:schemeClr val="lt2"/>
              </a:buClr>
              <a:buSzPts val="1400"/>
              <a:buFont typeface="Proxima Nova"/>
              <a:buChar char="●"/>
              <a:defRPr>
                <a:solidFill>
                  <a:schemeClr val="lt2"/>
                </a:solidFill>
                <a:latin typeface="Proxima Nova"/>
                <a:ea typeface="Proxima Nova"/>
                <a:cs typeface="Proxima Nova"/>
                <a:sym typeface="Proxima Nova"/>
              </a:defRPr>
            </a:lvl7pPr>
            <a:lvl8pPr indent="-317500" lvl="7" marL="3657600">
              <a:lnSpc>
                <a:spcPct val="115000"/>
              </a:lnSpc>
              <a:spcBef>
                <a:spcPts val="0"/>
              </a:spcBef>
              <a:spcAft>
                <a:spcPts val="0"/>
              </a:spcAft>
              <a:buClr>
                <a:schemeClr val="lt2"/>
              </a:buClr>
              <a:buSzPts val="1400"/>
              <a:buFont typeface="Proxima Nova"/>
              <a:buChar char="○"/>
              <a:defRPr>
                <a:solidFill>
                  <a:schemeClr val="lt2"/>
                </a:solidFill>
                <a:latin typeface="Proxima Nova"/>
                <a:ea typeface="Proxima Nova"/>
                <a:cs typeface="Proxima Nova"/>
                <a:sym typeface="Proxima Nova"/>
              </a:defRPr>
            </a:lvl8pPr>
            <a:lvl9pPr indent="-317500" lvl="8" marL="4114800">
              <a:lnSpc>
                <a:spcPct val="115000"/>
              </a:lnSpc>
              <a:spcBef>
                <a:spcPts val="0"/>
              </a:spcBef>
              <a:spcAft>
                <a:spcPts val="0"/>
              </a:spcAft>
              <a:buClr>
                <a:schemeClr val="lt2"/>
              </a:buClr>
              <a:buSzPts val="1400"/>
              <a:buFont typeface="Proxima Nova"/>
              <a:buChar char="■"/>
              <a:defRPr>
                <a:solidFill>
                  <a:schemeClr val="lt2"/>
                </a:solidFill>
                <a:latin typeface="Proxima Nova"/>
                <a:ea typeface="Proxima Nova"/>
                <a:cs typeface="Proxima Nova"/>
                <a:sym typeface="Proxima Nova"/>
              </a:defRPr>
            </a:lvl9pPr>
          </a:lstStyle>
          <a:p/>
        </p:txBody>
      </p:sp>
      <p:sp>
        <p:nvSpPr>
          <p:cNvPr id="8" name="Google Shape;8;p1"/>
          <p:cNvSpPr txBox="1"/>
          <p:nvPr>
            <p:ph idx="12" type="sldNum"/>
          </p:nvPr>
        </p:nvSpPr>
        <p:spPr>
          <a:xfrm>
            <a:off x="8523541" y="4695623"/>
            <a:ext cx="548700" cy="393600"/>
          </a:xfrm>
          <a:prstGeom prst="rect">
            <a:avLst/>
          </a:prstGeom>
          <a:noFill/>
          <a:ln>
            <a:noFill/>
          </a:ln>
        </p:spPr>
        <p:txBody>
          <a:bodyPr anchorCtr="0" anchor="ctr" bIns="91425" lIns="91425" spcFirstLastPara="1" rIns="91425" wrap="square" tIns="91425">
            <a:normAutofit/>
          </a:bodyPr>
          <a:lstStyle>
            <a:lvl1pPr lvl="0" algn="r">
              <a:buNone/>
              <a:defRPr sz="1000">
                <a:solidFill>
                  <a:schemeClr val="lt2"/>
                </a:solidFill>
                <a:latin typeface="Roboto"/>
                <a:ea typeface="Roboto"/>
                <a:cs typeface="Roboto"/>
                <a:sym typeface="Roboto"/>
              </a:defRPr>
            </a:lvl1pPr>
            <a:lvl2pPr lvl="1" algn="r">
              <a:buNone/>
              <a:defRPr sz="1000">
                <a:solidFill>
                  <a:schemeClr val="lt2"/>
                </a:solidFill>
                <a:latin typeface="Roboto"/>
                <a:ea typeface="Roboto"/>
                <a:cs typeface="Roboto"/>
                <a:sym typeface="Roboto"/>
              </a:defRPr>
            </a:lvl2pPr>
            <a:lvl3pPr lvl="2" algn="r">
              <a:buNone/>
              <a:defRPr sz="1000">
                <a:solidFill>
                  <a:schemeClr val="lt2"/>
                </a:solidFill>
                <a:latin typeface="Roboto"/>
                <a:ea typeface="Roboto"/>
                <a:cs typeface="Roboto"/>
                <a:sym typeface="Roboto"/>
              </a:defRPr>
            </a:lvl3pPr>
            <a:lvl4pPr lvl="3" algn="r">
              <a:buNone/>
              <a:defRPr sz="1000">
                <a:solidFill>
                  <a:schemeClr val="lt2"/>
                </a:solidFill>
                <a:latin typeface="Roboto"/>
                <a:ea typeface="Roboto"/>
                <a:cs typeface="Roboto"/>
                <a:sym typeface="Roboto"/>
              </a:defRPr>
            </a:lvl4pPr>
            <a:lvl5pPr lvl="4" algn="r">
              <a:buNone/>
              <a:defRPr sz="1000">
                <a:solidFill>
                  <a:schemeClr val="lt2"/>
                </a:solidFill>
                <a:latin typeface="Roboto"/>
                <a:ea typeface="Roboto"/>
                <a:cs typeface="Roboto"/>
                <a:sym typeface="Roboto"/>
              </a:defRPr>
            </a:lvl5pPr>
            <a:lvl6pPr lvl="5" algn="r">
              <a:buNone/>
              <a:defRPr sz="1000">
                <a:solidFill>
                  <a:schemeClr val="lt2"/>
                </a:solidFill>
                <a:latin typeface="Roboto"/>
                <a:ea typeface="Roboto"/>
                <a:cs typeface="Roboto"/>
                <a:sym typeface="Roboto"/>
              </a:defRPr>
            </a:lvl6pPr>
            <a:lvl7pPr lvl="6" algn="r">
              <a:buNone/>
              <a:defRPr sz="1000">
                <a:solidFill>
                  <a:schemeClr val="lt2"/>
                </a:solidFill>
                <a:latin typeface="Roboto"/>
                <a:ea typeface="Roboto"/>
                <a:cs typeface="Roboto"/>
                <a:sym typeface="Roboto"/>
              </a:defRPr>
            </a:lvl7pPr>
            <a:lvl8pPr lvl="7" algn="r">
              <a:buNone/>
              <a:defRPr sz="1000">
                <a:solidFill>
                  <a:schemeClr val="lt2"/>
                </a:solidFill>
                <a:latin typeface="Roboto"/>
                <a:ea typeface="Roboto"/>
                <a:cs typeface="Roboto"/>
                <a:sym typeface="Roboto"/>
              </a:defRPr>
            </a:lvl8pPr>
            <a:lvl9pPr lvl="8" algn="r">
              <a:buNone/>
              <a:defRPr sz="1000">
                <a:solidFill>
                  <a:schemeClr val="lt2"/>
                </a:solidFill>
                <a:latin typeface="Roboto"/>
                <a:ea typeface="Roboto"/>
                <a:cs typeface="Roboto"/>
                <a:sym typeface="Roboto"/>
              </a:defRPr>
            </a:lvl9pPr>
          </a:lstStyle>
          <a:p>
            <a:pPr indent="0" lvl="0" marL="0" rtl="0" algn="r">
              <a:spcBef>
                <a:spcPts val="0"/>
              </a:spcBef>
              <a:spcAft>
                <a:spcPts val="0"/>
              </a:spcAft>
              <a:buNone/>
            </a:pPr>
            <a:fld id="{00000000-1234-1234-1234-123412341234}" type="slidenum">
              <a:rPr lang="en"/>
              <a:t>‹#›</a:t>
            </a:fld>
            <a:endParaRPr/>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xml"/><Relationship Id="rId3" Type="http://schemas.openxmlformats.org/officeDocument/2006/relationships/image" Target="../media/image2.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 Id="rId3" Type="http://schemas.openxmlformats.org/officeDocument/2006/relationships/image" Target="../media/image2.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Relationship Id="rId3" Type="http://schemas.openxmlformats.org/officeDocument/2006/relationships/image" Target="../media/image2.png"/><Relationship Id="rId4" Type="http://schemas.openxmlformats.org/officeDocument/2006/relationships/image" Target="../media/image13.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xml"/><Relationship Id="rId3" Type="http://schemas.openxmlformats.org/officeDocument/2006/relationships/image" Target="../media/image2.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7.xml"/><Relationship Id="rId3" Type="http://schemas.openxmlformats.org/officeDocument/2006/relationships/image" Target="../media/image9.png"/><Relationship Id="rId4" Type="http://schemas.openxmlformats.org/officeDocument/2006/relationships/image" Target="../media/image12.png"/><Relationship Id="rId5" Type="http://schemas.openxmlformats.org/officeDocument/2006/relationships/image" Target="../media/image7.png"/><Relationship Id="rId6" Type="http://schemas.openxmlformats.org/officeDocument/2006/relationships/image" Target="../media/image1.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8.xml"/><Relationship Id="rId3" Type="http://schemas.openxmlformats.org/officeDocument/2006/relationships/image" Target="../media/image8.png"/><Relationship Id="rId4" Type="http://schemas.openxmlformats.org/officeDocument/2006/relationships/image" Target="../media/image5.png"/><Relationship Id="rId5" Type="http://schemas.openxmlformats.org/officeDocument/2006/relationships/hyperlink" Target="https://twitter.com/Matt_Hougan/status/1782525236078100836?ref_src=twsrc%5Egoogle%7Ctwcamp%5Eserp%7Ctwgr%5Etweet" TargetMode="Externa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9.xml"/><Relationship Id="rId3" Type="http://schemas.openxmlformats.org/officeDocument/2006/relationships/image" Target="../media/image4.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10.xml"/><Relationship Id="rId3" Type="http://schemas.openxmlformats.org/officeDocument/2006/relationships/image" Target="../media/image10.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xml"/><Relationship Id="rId3" Type="http://schemas.openxmlformats.org/officeDocument/2006/relationships/image" Target="../media/image2.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xml"/><Relationship Id="rId3" Type="http://schemas.openxmlformats.org/officeDocument/2006/relationships/image" Target="../media/image11.jpg"/><Relationship Id="rId4" Type="http://schemas.openxmlformats.org/officeDocument/2006/relationships/image" Target="../media/image2.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3.xml"/><Relationship Id="rId3" Type="http://schemas.openxmlformats.org/officeDocument/2006/relationships/image" Target="../media/image2.png"/></Relationships>
</file>

<file path=ppt/slides/_rels/slide14.xml.rels><?xml version="1.0" encoding="UTF-8" standalone="yes"?><Relationships xmlns="http://schemas.openxmlformats.org/package/2006/relationships"><Relationship Id="rId11" Type="http://schemas.openxmlformats.org/officeDocument/2006/relationships/hyperlink" Target="https://forms.gle/hYj1Gj3LAqcL7Z5CA" TargetMode="External"/><Relationship Id="rId10" Type="http://schemas.openxmlformats.org/officeDocument/2006/relationships/hyperlink" Target="https://open.spotify.com/playlist/0uFt0RJvfh143lVGQbhWHS?si=95193d92e5094f73&amp;pt=2f012d4e97b62c470b68ca9552905422" TargetMode="External"/><Relationship Id="rId13" Type="http://schemas.openxmlformats.org/officeDocument/2006/relationships/image" Target="../media/image2.png"/><Relationship Id="rId12" Type="http://schemas.openxmlformats.org/officeDocument/2006/relationships/hyperlink" Target="https://forms.gle/xh8JxpqC2XLsb72L7" TargetMode="External"/><Relationship Id="rId1" Type="http://schemas.openxmlformats.org/officeDocument/2006/relationships/slideLayout" Target="../slideLayouts/slideLayout2.xml"/><Relationship Id="rId2" Type="http://schemas.openxmlformats.org/officeDocument/2006/relationships/notesSlide" Target="../notesSlides/notesSlide14.xml"/><Relationship Id="rId3" Type="http://schemas.openxmlformats.org/officeDocument/2006/relationships/image" Target="../media/image6.png"/><Relationship Id="rId4" Type="http://schemas.openxmlformats.org/officeDocument/2006/relationships/hyperlink" Target="https://join.slack.com/t/cornellbitcoinclub/shared_invite/zt-2bnpz3y01-wOxd_f0NcRRZyRNkzznA5Q" TargetMode="External"/><Relationship Id="rId9" Type="http://schemas.openxmlformats.org/officeDocument/2006/relationships/hyperlink" Target="https://forms.gle/yjLJ1z4EBJXzBLd49" TargetMode="External"/><Relationship Id="rId5" Type="http://schemas.openxmlformats.org/officeDocument/2006/relationships/hyperlink" Target="https://calendar.google.com/calendar/u/0?cid=Y184YjI3M2VlZmYzOTIxMWM1OTA2NGVmOTk5YWRhZDIyNzhjMDg2NDkwMDZhYzRjM2QyZjE4M2E4YzgwMDBhYmE4QGdyb3VwLmNhbGVuZGFyLmdvb2dsZS5jb20" TargetMode="External"/><Relationship Id="rId6" Type="http://schemas.openxmlformats.org/officeDocument/2006/relationships/hyperlink" Target="https://forms.gle/R3wBeLyNpq9vbeXn9" TargetMode="External"/><Relationship Id="rId7" Type="http://schemas.openxmlformats.org/officeDocument/2006/relationships/hyperlink" Target="https://forms.gle/ZwUKC8V61m9v6SWcA" TargetMode="External"/><Relationship Id="rId8" Type="http://schemas.openxmlformats.org/officeDocument/2006/relationships/hyperlink" Target="https://forms.gle/9HEnoXqodNdaPd7W8" TargetMode="Externa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0.xml"/><Relationship Id="rId2" Type="http://schemas.openxmlformats.org/officeDocument/2006/relationships/notesSlide" Target="../notesSlides/notesSlide15.xml"/><Relationship Id="rId3" Type="http://schemas.openxmlformats.org/officeDocument/2006/relationships/image" Target="../media/image2.png"/></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B31B1B"/>
        </a:solidFill>
      </p:bgPr>
    </p:bg>
    <p:spTree>
      <p:nvGrpSpPr>
        <p:cNvPr id="69" name="Shape 69"/>
        <p:cNvGrpSpPr/>
        <p:nvPr/>
      </p:nvGrpSpPr>
      <p:grpSpPr>
        <a:xfrm>
          <a:off x="0" y="0"/>
          <a:ext cx="0" cy="0"/>
          <a:chOff x="0" y="0"/>
          <a:chExt cx="0" cy="0"/>
        </a:xfrm>
      </p:grpSpPr>
      <p:sp>
        <p:nvSpPr>
          <p:cNvPr id="70" name="Google Shape;70;p13"/>
          <p:cNvSpPr txBox="1"/>
          <p:nvPr/>
        </p:nvSpPr>
        <p:spPr>
          <a:xfrm>
            <a:off x="787925" y="3471700"/>
            <a:ext cx="3933300" cy="3318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1600">
                <a:solidFill>
                  <a:schemeClr val="lt1"/>
                </a:solidFill>
                <a:latin typeface="Proxima Nova Semibold"/>
                <a:ea typeface="Proxima Nova Semibold"/>
                <a:cs typeface="Proxima Nova Semibold"/>
                <a:sym typeface="Proxima Nova Semibold"/>
              </a:rPr>
              <a:t>Meeting #10: April 25, 2024</a:t>
            </a:r>
            <a:endParaRPr sz="1600">
              <a:solidFill>
                <a:schemeClr val="lt1"/>
              </a:solidFill>
              <a:latin typeface="Proxima Nova Semibold"/>
              <a:ea typeface="Proxima Nova Semibold"/>
              <a:cs typeface="Proxima Nova Semibold"/>
              <a:sym typeface="Proxima Nova Semibold"/>
            </a:endParaRPr>
          </a:p>
        </p:txBody>
      </p:sp>
      <p:sp>
        <p:nvSpPr>
          <p:cNvPr id="71" name="Google Shape;71;p13"/>
          <p:cNvSpPr txBox="1"/>
          <p:nvPr/>
        </p:nvSpPr>
        <p:spPr>
          <a:xfrm>
            <a:off x="726625" y="1532200"/>
            <a:ext cx="4893000" cy="19395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 sz="6000">
                <a:solidFill>
                  <a:schemeClr val="lt1"/>
                </a:solidFill>
                <a:latin typeface="Proxima Nova"/>
                <a:ea typeface="Proxima Nova"/>
                <a:cs typeface="Proxima Nova"/>
                <a:sym typeface="Proxima Nova"/>
              </a:rPr>
              <a:t>Cornell</a:t>
            </a:r>
            <a:endParaRPr b="1" sz="6000">
              <a:solidFill>
                <a:schemeClr val="lt1"/>
              </a:solidFill>
              <a:latin typeface="Proxima Nova"/>
              <a:ea typeface="Proxima Nova"/>
              <a:cs typeface="Proxima Nova"/>
              <a:sym typeface="Proxima Nova"/>
            </a:endParaRPr>
          </a:p>
          <a:p>
            <a:pPr indent="0" lvl="0" marL="0" rtl="0" algn="l">
              <a:spcBef>
                <a:spcPts val="0"/>
              </a:spcBef>
              <a:spcAft>
                <a:spcPts val="0"/>
              </a:spcAft>
              <a:buNone/>
            </a:pPr>
            <a:r>
              <a:rPr b="1" lang="en" sz="6000">
                <a:solidFill>
                  <a:schemeClr val="lt1"/>
                </a:solidFill>
                <a:latin typeface="Proxima Nova"/>
                <a:ea typeface="Proxima Nova"/>
                <a:cs typeface="Proxima Nova"/>
                <a:sym typeface="Proxima Nova"/>
              </a:rPr>
              <a:t>Bitcoin</a:t>
            </a:r>
            <a:r>
              <a:rPr b="1" lang="en" sz="6000">
                <a:solidFill>
                  <a:schemeClr val="lt1"/>
                </a:solidFill>
                <a:latin typeface="Proxima Nova"/>
                <a:ea typeface="Proxima Nova"/>
                <a:cs typeface="Proxima Nova"/>
                <a:sym typeface="Proxima Nova"/>
              </a:rPr>
              <a:t> Club</a:t>
            </a:r>
            <a:endParaRPr b="1" sz="6000">
              <a:solidFill>
                <a:schemeClr val="lt1"/>
              </a:solidFill>
              <a:latin typeface="Proxima Nova"/>
              <a:ea typeface="Proxima Nova"/>
              <a:cs typeface="Proxima Nova"/>
              <a:sym typeface="Proxima Nova"/>
            </a:endParaRPr>
          </a:p>
        </p:txBody>
      </p:sp>
      <p:pic>
        <p:nvPicPr>
          <p:cNvPr id="72" name="Google Shape;72;p13"/>
          <p:cNvPicPr preferRelativeResize="0"/>
          <p:nvPr/>
        </p:nvPicPr>
        <p:blipFill>
          <a:blip r:embed="rId3">
            <a:alphaModFix/>
          </a:blip>
          <a:stretch>
            <a:fillRect/>
          </a:stretch>
        </p:blipFill>
        <p:spPr>
          <a:xfrm>
            <a:off x="5619625" y="1129869"/>
            <a:ext cx="3037974" cy="2883768"/>
          </a:xfrm>
          <a:prstGeom prst="rect">
            <a:avLst/>
          </a:prstGeom>
          <a:noFill/>
          <a:ln>
            <a:noFill/>
          </a:ln>
        </p:spPr>
      </p:pic>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6" name="Shape 76"/>
        <p:cNvGrpSpPr/>
        <p:nvPr/>
      </p:nvGrpSpPr>
      <p:grpSpPr>
        <a:xfrm>
          <a:off x="0" y="0"/>
          <a:ext cx="0" cy="0"/>
          <a:chOff x="0" y="0"/>
          <a:chExt cx="0" cy="0"/>
        </a:xfrm>
      </p:grpSpPr>
      <p:sp>
        <p:nvSpPr>
          <p:cNvPr id="77" name="Google Shape;77;p14"/>
          <p:cNvSpPr txBox="1"/>
          <p:nvPr>
            <p:ph type="title"/>
          </p:nvPr>
        </p:nvSpPr>
        <p:spPr>
          <a:xfrm>
            <a:off x="98250" y="16350"/>
            <a:ext cx="8826600" cy="602700"/>
          </a:xfrm>
          <a:prstGeom prst="rect">
            <a:avLst/>
          </a:prstGeom>
        </p:spPr>
        <p:txBody>
          <a:bodyPr anchorCtr="0" anchor="ctr" bIns="91425" lIns="91425" spcFirstLastPara="1" rIns="91425" wrap="square" tIns="91425">
            <a:normAutofit/>
          </a:bodyPr>
          <a:lstStyle/>
          <a:p>
            <a:pPr indent="0" lvl="0" marL="0" rtl="0" algn="l">
              <a:spcBef>
                <a:spcPts val="0"/>
              </a:spcBef>
              <a:spcAft>
                <a:spcPts val="0"/>
              </a:spcAft>
              <a:buNone/>
            </a:pPr>
            <a:r>
              <a:rPr lang="en"/>
              <a:t>Disclosure</a:t>
            </a:r>
            <a:endParaRPr/>
          </a:p>
        </p:txBody>
      </p:sp>
      <p:sp>
        <p:nvSpPr>
          <p:cNvPr id="78" name="Google Shape;78;p14"/>
          <p:cNvSpPr txBox="1"/>
          <p:nvPr/>
        </p:nvSpPr>
        <p:spPr>
          <a:xfrm>
            <a:off x="909600" y="1919025"/>
            <a:ext cx="7324800" cy="19086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i="1" lang="en" sz="1600">
                <a:solidFill>
                  <a:schemeClr val="lt1"/>
                </a:solidFill>
                <a:latin typeface="Proxima Nova"/>
                <a:ea typeface="Proxima Nova"/>
                <a:cs typeface="Proxima Nova"/>
                <a:sym typeface="Proxima Nova"/>
              </a:rPr>
              <a:t>The Cornell Bitcoin Club is an undergraduate student club. The Club’s website and all published and or related materials and audio and visual recordings are not legal, investment, or accounting advice. They are for informational purposes. If any service providers are acknowledged or highlighted, it is for discussion purposes and should not be construed as an endorsement of their services. </a:t>
            </a:r>
            <a:endParaRPr i="1" sz="1600">
              <a:solidFill>
                <a:schemeClr val="lt1"/>
              </a:solidFill>
              <a:latin typeface="Proxima Nova"/>
              <a:ea typeface="Proxima Nova"/>
              <a:cs typeface="Proxima Nova"/>
              <a:sym typeface="Proxima Nova"/>
            </a:endParaRPr>
          </a:p>
          <a:p>
            <a:pPr indent="0" lvl="0" marL="0" rtl="0" algn="l">
              <a:spcBef>
                <a:spcPts val="0"/>
              </a:spcBef>
              <a:spcAft>
                <a:spcPts val="0"/>
              </a:spcAft>
              <a:buNone/>
            </a:pPr>
            <a:r>
              <a:t/>
            </a:r>
            <a:endParaRPr i="1" sz="1600">
              <a:solidFill>
                <a:schemeClr val="lt1"/>
              </a:solidFill>
              <a:latin typeface="Proxima Nova"/>
              <a:ea typeface="Proxima Nova"/>
              <a:cs typeface="Proxima Nova"/>
              <a:sym typeface="Proxima Nova"/>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B31B1B"/>
        </a:solidFill>
      </p:bgPr>
    </p:bg>
    <p:spTree>
      <p:nvGrpSpPr>
        <p:cNvPr id="82" name="Shape 82"/>
        <p:cNvGrpSpPr/>
        <p:nvPr/>
      </p:nvGrpSpPr>
      <p:grpSpPr>
        <a:xfrm>
          <a:off x="0" y="0"/>
          <a:ext cx="0" cy="0"/>
          <a:chOff x="0" y="0"/>
          <a:chExt cx="0" cy="0"/>
        </a:xfrm>
      </p:grpSpPr>
      <p:sp>
        <p:nvSpPr>
          <p:cNvPr id="83" name="Google Shape;83;p15"/>
          <p:cNvSpPr txBox="1"/>
          <p:nvPr>
            <p:ph type="title"/>
          </p:nvPr>
        </p:nvSpPr>
        <p:spPr>
          <a:xfrm>
            <a:off x="98250" y="16350"/>
            <a:ext cx="8826600" cy="602700"/>
          </a:xfrm>
          <a:prstGeom prst="rect">
            <a:avLst/>
          </a:prstGeom>
          <a:noFill/>
        </p:spPr>
        <p:txBody>
          <a:bodyPr anchorCtr="0" anchor="ctr" bIns="91425" lIns="91425" spcFirstLastPara="1" rIns="91425" wrap="square" tIns="91425">
            <a:normAutofit/>
          </a:bodyPr>
          <a:lstStyle/>
          <a:p>
            <a:pPr indent="0" lvl="0" marL="0" rtl="0" algn="l">
              <a:spcBef>
                <a:spcPts val="0"/>
              </a:spcBef>
              <a:spcAft>
                <a:spcPts val="0"/>
              </a:spcAft>
              <a:buNone/>
            </a:pPr>
            <a:r>
              <a:rPr b="1" lang="en"/>
              <a:t>Schedule</a:t>
            </a:r>
            <a:endParaRPr b="1"/>
          </a:p>
        </p:txBody>
      </p:sp>
      <p:sp>
        <p:nvSpPr>
          <p:cNvPr id="84" name="Google Shape;84;p15"/>
          <p:cNvSpPr txBox="1"/>
          <p:nvPr/>
        </p:nvSpPr>
        <p:spPr>
          <a:xfrm>
            <a:off x="430300" y="876300"/>
            <a:ext cx="7875300" cy="38796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t/>
            </a:r>
            <a:endParaRPr>
              <a:solidFill>
                <a:schemeClr val="lt1"/>
              </a:solidFill>
              <a:latin typeface="Barlow"/>
              <a:ea typeface="Barlow"/>
              <a:cs typeface="Barlow"/>
              <a:sym typeface="Barlow"/>
            </a:endParaRPr>
          </a:p>
          <a:p>
            <a:pPr indent="-317500" lvl="0" marL="457200" rtl="0" algn="l">
              <a:spcBef>
                <a:spcPts val="0"/>
              </a:spcBef>
              <a:spcAft>
                <a:spcPts val="0"/>
              </a:spcAft>
              <a:buClr>
                <a:schemeClr val="lt1"/>
              </a:buClr>
              <a:buSzPts val="1400"/>
              <a:buFont typeface="Barlow"/>
              <a:buChar char="●"/>
            </a:pPr>
            <a:r>
              <a:rPr lang="en">
                <a:solidFill>
                  <a:schemeClr val="lt1"/>
                </a:solidFill>
                <a:latin typeface="Barlow"/>
                <a:ea typeface="Barlow"/>
                <a:cs typeface="Barlow"/>
                <a:sym typeface="Barlow"/>
              </a:rPr>
              <a:t>Lesson: </a:t>
            </a:r>
            <a:endParaRPr>
              <a:solidFill>
                <a:schemeClr val="lt1"/>
              </a:solidFill>
              <a:latin typeface="Barlow"/>
              <a:ea typeface="Barlow"/>
              <a:cs typeface="Barlow"/>
              <a:sym typeface="Barlow"/>
            </a:endParaRPr>
          </a:p>
          <a:p>
            <a:pPr indent="-317500" lvl="1" marL="914400" rtl="0" algn="l">
              <a:spcBef>
                <a:spcPts val="0"/>
              </a:spcBef>
              <a:spcAft>
                <a:spcPts val="0"/>
              </a:spcAft>
              <a:buClr>
                <a:schemeClr val="lt1"/>
              </a:buClr>
              <a:buSzPts val="1400"/>
              <a:buFont typeface="Barlow"/>
              <a:buChar char="○"/>
            </a:pPr>
            <a:r>
              <a:rPr b="1" lang="en">
                <a:solidFill>
                  <a:schemeClr val="lt1"/>
                </a:solidFill>
                <a:latin typeface="Barlow"/>
                <a:ea typeface="Barlow"/>
                <a:cs typeface="Barlow"/>
                <a:sym typeface="Barlow"/>
              </a:rPr>
              <a:t>Guest Speaker: D++, Entropy</a:t>
            </a:r>
            <a:endParaRPr b="1">
              <a:solidFill>
                <a:schemeClr val="lt1"/>
              </a:solidFill>
              <a:latin typeface="Barlow"/>
              <a:ea typeface="Barlow"/>
              <a:cs typeface="Barlow"/>
              <a:sym typeface="Barlow"/>
            </a:endParaRPr>
          </a:p>
          <a:p>
            <a:pPr indent="-317500" lvl="2" marL="1371600" rtl="0" algn="l">
              <a:spcBef>
                <a:spcPts val="0"/>
              </a:spcBef>
              <a:spcAft>
                <a:spcPts val="0"/>
              </a:spcAft>
              <a:buClr>
                <a:schemeClr val="lt1"/>
              </a:buClr>
              <a:buSzPts val="1400"/>
              <a:buFont typeface="Barlow"/>
              <a:buChar char="■"/>
            </a:pPr>
            <a:r>
              <a:rPr lang="en">
                <a:solidFill>
                  <a:schemeClr val="lt1"/>
                </a:solidFill>
                <a:latin typeface="Barlow"/>
                <a:ea typeface="Barlow"/>
                <a:cs typeface="Barlow"/>
                <a:sym typeface="Barlow"/>
              </a:rPr>
              <a:t>Workshop</a:t>
            </a:r>
            <a:endParaRPr>
              <a:solidFill>
                <a:schemeClr val="lt1"/>
              </a:solidFill>
              <a:latin typeface="Barlow"/>
              <a:ea typeface="Barlow"/>
              <a:cs typeface="Barlow"/>
              <a:sym typeface="Barlow"/>
            </a:endParaRPr>
          </a:p>
          <a:p>
            <a:pPr indent="-317500" lvl="2" marL="1371600" rtl="0" algn="l">
              <a:spcBef>
                <a:spcPts val="0"/>
              </a:spcBef>
              <a:spcAft>
                <a:spcPts val="0"/>
              </a:spcAft>
              <a:buClr>
                <a:schemeClr val="lt1"/>
              </a:buClr>
              <a:buSzPts val="1400"/>
              <a:buFont typeface="Barlow"/>
              <a:buChar char="■"/>
            </a:pPr>
            <a:r>
              <a:rPr lang="en">
                <a:solidFill>
                  <a:schemeClr val="lt1"/>
                </a:solidFill>
                <a:latin typeface="Barlow"/>
                <a:ea typeface="Barlow"/>
                <a:cs typeface="Barlow"/>
                <a:sym typeface="Barlow"/>
              </a:rPr>
              <a:t>Q&amp;A</a:t>
            </a:r>
            <a:endParaRPr>
              <a:solidFill>
                <a:schemeClr val="lt1"/>
              </a:solidFill>
              <a:latin typeface="Barlow"/>
              <a:ea typeface="Barlow"/>
              <a:cs typeface="Barlow"/>
              <a:sym typeface="Barlow"/>
            </a:endParaRPr>
          </a:p>
          <a:p>
            <a:pPr indent="-317500" lvl="0" marL="457200" rtl="0" algn="l">
              <a:spcBef>
                <a:spcPts val="0"/>
              </a:spcBef>
              <a:spcAft>
                <a:spcPts val="0"/>
              </a:spcAft>
              <a:buClr>
                <a:schemeClr val="lt1"/>
              </a:buClr>
              <a:buSzPts val="1400"/>
              <a:buFont typeface="Barlow"/>
              <a:buChar char="●"/>
            </a:pPr>
            <a:r>
              <a:rPr lang="en">
                <a:solidFill>
                  <a:schemeClr val="lt1"/>
                </a:solidFill>
                <a:latin typeface="Barlow"/>
                <a:ea typeface="Barlow"/>
                <a:cs typeface="Barlow"/>
                <a:sym typeface="Barlow"/>
              </a:rPr>
              <a:t>News Update</a:t>
            </a:r>
            <a:endParaRPr>
              <a:solidFill>
                <a:schemeClr val="lt1"/>
              </a:solidFill>
              <a:latin typeface="Barlow"/>
              <a:ea typeface="Barlow"/>
              <a:cs typeface="Barlow"/>
              <a:sym typeface="Barlow"/>
            </a:endParaRPr>
          </a:p>
          <a:p>
            <a:pPr indent="-317500" lvl="0" marL="457200" rtl="0" algn="l">
              <a:spcBef>
                <a:spcPts val="0"/>
              </a:spcBef>
              <a:spcAft>
                <a:spcPts val="0"/>
              </a:spcAft>
              <a:buClr>
                <a:schemeClr val="lt1"/>
              </a:buClr>
              <a:buSzPts val="1400"/>
              <a:buFont typeface="Barlow"/>
              <a:buChar char="●"/>
            </a:pPr>
            <a:r>
              <a:rPr lang="en">
                <a:solidFill>
                  <a:schemeClr val="lt1"/>
                </a:solidFill>
                <a:latin typeface="Barlow"/>
                <a:ea typeface="Barlow"/>
                <a:cs typeface="Barlow"/>
                <a:sym typeface="Barlow"/>
              </a:rPr>
              <a:t>Announcements</a:t>
            </a:r>
            <a:endParaRPr>
              <a:solidFill>
                <a:schemeClr val="lt1"/>
              </a:solidFill>
              <a:latin typeface="Barlow"/>
              <a:ea typeface="Barlow"/>
              <a:cs typeface="Barlow"/>
              <a:sym typeface="Barlow"/>
            </a:endParaRPr>
          </a:p>
          <a:p>
            <a:pPr indent="-317500" lvl="0" marL="457200" rtl="0" algn="l">
              <a:spcBef>
                <a:spcPts val="0"/>
              </a:spcBef>
              <a:spcAft>
                <a:spcPts val="0"/>
              </a:spcAft>
              <a:buClr>
                <a:schemeClr val="lt1"/>
              </a:buClr>
              <a:buSzPts val="1400"/>
              <a:buFont typeface="Barlow"/>
              <a:buChar char="●"/>
            </a:pPr>
            <a:r>
              <a:rPr lang="en">
                <a:solidFill>
                  <a:schemeClr val="lt1"/>
                </a:solidFill>
                <a:latin typeface="Barlow"/>
                <a:ea typeface="Barlow"/>
                <a:cs typeface="Barlow"/>
                <a:sym typeface="Barlow"/>
              </a:rPr>
              <a:t>Fall 2024</a:t>
            </a:r>
            <a:endParaRPr>
              <a:solidFill>
                <a:schemeClr val="lt1"/>
              </a:solidFill>
              <a:latin typeface="Barlow"/>
              <a:ea typeface="Barlow"/>
              <a:cs typeface="Barlow"/>
              <a:sym typeface="Barlow"/>
            </a:endParaRPr>
          </a:p>
          <a:p>
            <a:pPr indent="-317500" lvl="0" marL="457200" rtl="0" algn="l">
              <a:spcBef>
                <a:spcPts val="0"/>
              </a:spcBef>
              <a:spcAft>
                <a:spcPts val="0"/>
              </a:spcAft>
              <a:buClr>
                <a:schemeClr val="lt1"/>
              </a:buClr>
              <a:buSzPts val="1400"/>
              <a:buFont typeface="Barlow"/>
              <a:buChar char="●"/>
            </a:pPr>
            <a:r>
              <a:rPr lang="en">
                <a:solidFill>
                  <a:schemeClr val="lt1"/>
                </a:solidFill>
                <a:latin typeface="Barlow"/>
                <a:ea typeface="Barlow"/>
                <a:cs typeface="Barlow"/>
                <a:sym typeface="Barlow"/>
              </a:rPr>
              <a:t>Important Information &amp; Tasks</a:t>
            </a:r>
            <a:endParaRPr>
              <a:solidFill>
                <a:schemeClr val="lt1"/>
              </a:solidFill>
              <a:latin typeface="Barlow"/>
              <a:ea typeface="Barlow"/>
              <a:cs typeface="Barlow"/>
              <a:sym typeface="Barlow"/>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8" name="Shape 88"/>
        <p:cNvGrpSpPr/>
        <p:nvPr/>
      </p:nvGrpSpPr>
      <p:grpSpPr>
        <a:xfrm>
          <a:off x="0" y="0"/>
          <a:ext cx="0" cy="0"/>
          <a:chOff x="0" y="0"/>
          <a:chExt cx="0" cy="0"/>
        </a:xfrm>
      </p:grpSpPr>
      <p:sp>
        <p:nvSpPr>
          <p:cNvPr id="89" name="Google Shape;89;p16"/>
          <p:cNvSpPr txBox="1"/>
          <p:nvPr>
            <p:ph type="title"/>
          </p:nvPr>
        </p:nvSpPr>
        <p:spPr>
          <a:xfrm>
            <a:off x="460950" y="2065350"/>
            <a:ext cx="8222100" cy="1012800"/>
          </a:xfrm>
          <a:prstGeom prst="rect">
            <a:avLst/>
          </a:prstGeom>
        </p:spPr>
        <p:txBody>
          <a:bodyPr anchorCtr="0" anchor="ctr" bIns="91425" lIns="91425" spcFirstLastPara="1" rIns="91425" wrap="square" tIns="91425">
            <a:normAutofit fontScale="90000"/>
          </a:bodyPr>
          <a:lstStyle/>
          <a:p>
            <a:pPr indent="0" lvl="0" marL="0" rtl="0" algn="l">
              <a:spcBef>
                <a:spcPts val="0"/>
              </a:spcBef>
              <a:spcAft>
                <a:spcPts val="0"/>
              </a:spcAft>
              <a:buNone/>
            </a:pPr>
            <a:r>
              <a:rPr lang="en"/>
              <a:t>Lesson #10</a:t>
            </a:r>
            <a:endParaRPr/>
          </a:p>
          <a:p>
            <a:pPr indent="0" lvl="0" marL="0" rtl="0" algn="l">
              <a:spcBef>
                <a:spcPts val="0"/>
              </a:spcBef>
              <a:spcAft>
                <a:spcPts val="0"/>
              </a:spcAft>
              <a:buNone/>
            </a:pPr>
            <a:r>
              <a:t/>
            </a:r>
            <a:endParaRPr sz="2000"/>
          </a:p>
        </p:txBody>
      </p:sp>
      <p:pic>
        <p:nvPicPr>
          <p:cNvPr id="90" name="Google Shape;90;p16"/>
          <p:cNvPicPr preferRelativeResize="0"/>
          <p:nvPr/>
        </p:nvPicPr>
        <p:blipFill>
          <a:blip r:embed="rId3">
            <a:alphaModFix/>
          </a:blip>
          <a:stretch>
            <a:fillRect/>
          </a:stretch>
        </p:blipFill>
        <p:spPr>
          <a:xfrm>
            <a:off x="184150" y="4695625"/>
            <a:ext cx="374483" cy="355476"/>
          </a:xfrm>
          <a:prstGeom prst="rect">
            <a:avLst/>
          </a:prstGeom>
          <a:noFill/>
          <a:ln>
            <a:noFill/>
          </a:ln>
        </p:spPr>
      </p:pic>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4" name="Shape 94"/>
        <p:cNvGrpSpPr/>
        <p:nvPr/>
      </p:nvGrpSpPr>
      <p:grpSpPr>
        <a:xfrm>
          <a:off x="0" y="0"/>
          <a:ext cx="0" cy="0"/>
          <a:chOff x="0" y="0"/>
          <a:chExt cx="0" cy="0"/>
        </a:xfrm>
      </p:grpSpPr>
      <p:pic>
        <p:nvPicPr>
          <p:cNvPr id="95" name="Google Shape;95;p17"/>
          <p:cNvPicPr preferRelativeResize="0"/>
          <p:nvPr/>
        </p:nvPicPr>
        <p:blipFill>
          <a:blip r:embed="rId3">
            <a:alphaModFix/>
          </a:blip>
          <a:stretch>
            <a:fillRect/>
          </a:stretch>
        </p:blipFill>
        <p:spPr>
          <a:xfrm>
            <a:off x="184150" y="4695625"/>
            <a:ext cx="374483" cy="355476"/>
          </a:xfrm>
          <a:prstGeom prst="rect">
            <a:avLst/>
          </a:prstGeom>
          <a:noFill/>
          <a:ln>
            <a:noFill/>
          </a:ln>
        </p:spPr>
      </p:pic>
      <p:pic>
        <p:nvPicPr>
          <p:cNvPr id="96" name="Google Shape;96;p17"/>
          <p:cNvPicPr preferRelativeResize="0"/>
          <p:nvPr/>
        </p:nvPicPr>
        <p:blipFill>
          <a:blip r:embed="rId4">
            <a:alphaModFix/>
          </a:blip>
          <a:stretch>
            <a:fillRect/>
          </a:stretch>
        </p:blipFill>
        <p:spPr>
          <a:xfrm>
            <a:off x="2152658" y="152400"/>
            <a:ext cx="4838700" cy="4838700"/>
          </a:xfrm>
          <a:prstGeom prst="rect">
            <a:avLst/>
          </a:prstGeom>
          <a:noFill/>
          <a:ln>
            <a:noFill/>
          </a:ln>
        </p:spPr>
      </p:pic>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0" name="Shape 100"/>
        <p:cNvGrpSpPr/>
        <p:nvPr/>
      </p:nvGrpSpPr>
      <p:grpSpPr>
        <a:xfrm>
          <a:off x="0" y="0"/>
          <a:ext cx="0" cy="0"/>
          <a:chOff x="0" y="0"/>
          <a:chExt cx="0" cy="0"/>
        </a:xfrm>
      </p:grpSpPr>
      <p:sp>
        <p:nvSpPr>
          <p:cNvPr id="101" name="Google Shape;101;p18"/>
          <p:cNvSpPr txBox="1"/>
          <p:nvPr>
            <p:ph type="title"/>
          </p:nvPr>
        </p:nvSpPr>
        <p:spPr>
          <a:xfrm>
            <a:off x="460950" y="2065350"/>
            <a:ext cx="8222100" cy="1012800"/>
          </a:xfrm>
          <a:prstGeom prst="rect">
            <a:avLst/>
          </a:prstGeom>
        </p:spPr>
        <p:txBody>
          <a:bodyPr anchorCtr="0" anchor="ctr" bIns="91425" lIns="91425" spcFirstLastPara="1" rIns="91425" wrap="square" tIns="91425">
            <a:normAutofit fontScale="90000"/>
          </a:bodyPr>
          <a:lstStyle/>
          <a:p>
            <a:pPr indent="0" lvl="0" marL="0" rtl="0" algn="l">
              <a:spcBef>
                <a:spcPts val="0"/>
              </a:spcBef>
              <a:spcAft>
                <a:spcPts val="0"/>
              </a:spcAft>
              <a:buNone/>
            </a:pPr>
            <a:r>
              <a:rPr lang="en"/>
              <a:t>Q&amp;A</a:t>
            </a:r>
            <a:endParaRPr/>
          </a:p>
          <a:p>
            <a:pPr indent="0" lvl="0" marL="0" rtl="0" algn="l">
              <a:spcBef>
                <a:spcPts val="0"/>
              </a:spcBef>
              <a:spcAft>
                <a:spcPts val="0"/>
              </a:spcAft>
              <a:buNone/>
            </a:pPr>
            <a:r>
              <a:t/>
            </a:r>
            <a:endParaRPr sz="2000"/>
          </a:p>
        </p:txBody>
      </p:sp>
      <p:pic>
        <p:nvPicPr>
          <p:cNvPr id="102" name="Google Shape;102;p18"/>
          <p:cNvPicPr preferRelativeResize="0"/>
          <p:nvPr/>
        </p:nvPicPr>
        <p:blipFill>
          <a:blip r:embed="rId3">
            <a:alphaModFix/>
          </a:blip>
          <a:stretch>
            <a:fillRect/>
          </a:stretch>
        </p:blipFill>
        <p:spPr>
          <a:xfrm>
            <a:off x="184150" y="4695625"/>
            <a:ext cx="374483" cy="355476"/>
          </a:xfrm>
          <a:prstGeom prst="rect">
            <a:avLst/>
          </a:prstGeom>
          <a:noFill/>
          <a:ln>
            <a:noFill/>
          </a:ln>
        </p:spPr>
      </p:pic>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6" name="Shape 106"/>
        <p:cNvGrpSpPr/>
        <p:nvPr/>
      </p:nvGrpSpPr>
      <p:grpSpPr>
        <a:xfrm>
          <a:off x="0" y="0"/>
          <a:ext cx="0" cy="0"/>
          <a:chOff x="0" y="0"/>
          <a:chExt cx="0" cy="0"/>
        </a:xfrm>
      </p:grpSpPr>
      <p:sp>
        <p:nvSpPr>
          <p:cNvPr id="107" name="Google Shape;107;p19"/>
          <p:cNvSpPr txBox="1"/>
          <p:nvPr>
            <p:ph type="title"/>
          </p:nvPr>
        </p:nvSpPr>
        <p:spPr>
          <a:xfrm>
            <a:off x="98250" y="16350"/>
            <a:ext cx="8826600" cy="602700"/>
          </a:xfrm>
          <a:prstGeom prst="rect">
            <a:avLst/>
          </a:prstGeom>
        </p:spPr>
        <p:txBody>
          <a:bodyPr anchorCtr="0" anchor="ctr" bIns="91425" lIns="91425" spcFirstLastPara="1" rIns="91425" wrap="square" tIns="91425">
            <a:normAutofit/>
          </a:bodyPr>
          <a:lstStyle/>
          <a:p>
            <a:pPr indent="0" lvl="0" marL="0" rtl="0" algn="l">
              <a:spcBef>
                <a:spcPts val="0"/>
              </a:spcBef>
              <a:spcAft>
                <a:spcPts val="0"/>
              </a:spcAft>
              <a:buNone/>
            </a:pPr>
            <a:r>
              <a:rPr lang="en"/>
              <a:t>News Update: Samourai Wallet (non-custodial)</a:t>
            </a:r>
            <a:endParaRPr/>
          </a:p>
        </p:txBody>
      </p:sp>
      <p:pic>
        <p:nvPicPr>
          <p:cNvPr id="108" name="Google Shape;108;p19"/>
          <p:cNvPicPr preferRelativeResize="0"/>
          <p:nvPr/>
        </p:nvPicPr>
        <p:blipFill>
          <a:blip r:embed="rId3">
            <a:alphaModFix/>
          </a:blip>
          <a:stretch>
            <a:fillRect/>
          </a:stretch>
        </p:blipFill>
        <p:spPr>
          <a:xfrm>
            <a:off x="350186" y="960425"/>
            <a:ext cx="3892875" cy="1909851"/>
          </a:xfrm>
          <a:prstGeom prst="rect">
            <a:avLst/>
          </a:prstGeom>
          <a:noFill/>
          <a:ln>
            <a:noFill/>
          </a:ln>
        </p:spPr>
      </p:pic>
      <p:pic>
        <p:nvPicPr>
          <p:cNvPr id="109" name="Google Shape;109;p19"/>
          <p:cNvPicPr preferRelativeResize="0"/>
          <p:nvPr/>
        </p:nvPicPr>
        <p:blipFill>
          <a:blip r:embed="rId4">
            <a:alphaModFix/>
          </a:blip>
          <a:stretch>
            <a:fillRect/>
          </a:stretch>
        </p:blipFill>
        <p:spPr>
          <a:xfrm>
            <a:off x="864075" y="3081251"/>
            <a:ext cx="2865100" cy="1863149"/>
          </a:xfrm>
          <a:prstGeom prst="rect">
            <a:avLst/>
          </a:prstGeom>
          <a:noFill/>
          <a:ln>
            <a:noFill/>
          </a:ln>
        </p:spPr>
      </p:pic>
      <p:pic>
        <p:nvPicPr>
          <p:cNvPr id="110" name="Google Shape;110;p19"/>
          <p:cNvPicPr preferRelativeResize="0"/>
          <p:nvPr/>
        </p:nvPicPr>
        <p:blipFill>
          <a:blip r:embed="rId5">
            <a:alphaModFix/>
          </a:blip>
          <a:stretch>
            <a:fillRect/>
          </a:stretch>
        </p:blipFill>
        <p:spPr>
          <a:xfrm>
            <a:off x="4615400" y="1025263"/>
            <a:ext cx="4309448" cy="1780174"/>
          </a:xfrm>
          <a:prstGeom prst="rect">
            <a:avLst/>
          </a:prstGeom>
          <a:noFill/>
          <a:ln>
            <a:noFill/>
          </a:ln>
        </p:spPr>
      </p:pic>
      <p:pic>
        <p:nvPicPr>
          <p:cNvPr id="111" name="Google Shape;111;p19"/>
          <p:cNvPicPr preferRelativeResize="0"/>
          <p:nvPr/>
        </p:nvPicPr>
        <p:blipFill>
          <a:blip r:embed="rId6">
            <a:alphaModFix/>
          </a:blip>
          <a:stretch>
            <a:fillRect/>
          </a:stretch>
        </p:blipFill>
        <p:spPr>
          <a:xfrm>
            <a:off x="4369660" y="3210950"/>
            <a:ext cx="4614866" cy="1780150"/>
          </a:xfrm>
          <a:prstGeom prst="rect">
            <a:avLst/>
          </a:prstGeom>
          <a:noFill/>
          <a:ln>
            <a:noFill/>
          </a:ln>
        </p:spPr>
      </p:pic>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5" name="Shape 115"/>
        <p:cNvGrpSpPr/>
        <p:nvPr/>
      </p:nvGrpSpPr>
      <p:grpSpPr>
        <a:xfrm>
          <a:off x="0" y="0"/>
          <a:ext cx="0" cy="0"/>
          <a:chOff x="0" y="0"/>
          <a:chExt cx="0" cy="0"/>
        </a:xfrm>
      </p:grpSpPr>
      <p:sp>
        <p:nvSpPr>
          <p:cNvPr id="116" name="Google Shape;116;p20"/>
          <p:cNvSpPr txBox="1"/>
          <p:nvPr>
            <p:ph type="title"/>
          </p:nvPr>
        </p:nvSpPr>
        <p:spPr>
          <a:xfrm>
            <a:off x="98250" y="16350"/>
            <a:ext cx="8826600" cy="602700"/>
          </a:xfrm>
          <a:prstGeom prst="rect">
            <a:avLst/>
          </a:prstGeom>
        </p:spPr>
        <p:txBody>
          <a:bodyPr anchorCtr="0" anchor="ctr" bIns="91425" lIns="91425" spcFirstLastPara="1" rIns="91425" wrap="square" tIns="91425">
            <a:normAutofit/>
          </a:bodyPr>
          <a:lstStyle/>
          <a:p>
            <a:pPr indent="0" lvl="0" marL="0" rtl="0" algn="l">
              <a:spcBef>
                <a:spcPts val="0"/>
              </a:spcBef>
              <a:spcAft>
                <a:spcPts val="0"/>
              </a:spcAft>
              <a:buNone/>
            </a:pPr>
            <a:r>
              <a:rPr lang="en"/>
              <a:t>News Update: IMF Paper: A Primer on Bitcoin Cross-Border Flows, April 2024</a:t>
            </a:r>
            <a:endParaRPr/>
          </a:p>
        </p:txBody>
      </p:sp>
      <p:pic>
        <p:nvPicPr>
          <p:cNvPr id="117" name="Google Shape;117;p20"/>
          <p:cNvPicPr preferRelativeResize="0"/>
          <p:nvPr/>
        </p:nvPicPr>
        <p:blipFill>
          <a:blip r:embed="rId3">
            <a:alphaModFix/>
          </a:blip>
          <a:stretch>
            <a:fillRect/>
          </a:stretch>
        </p:blipFill>
        <p:spPr>
          <a:xfrm>
            <a:off x="167300" y="1092899"/>
            <a:ext cx="4134901" cy="2957701"/>
          </a:xfrm>
          <a:prstGeom prst="rect">
            <a:avLst/>
          </a:prstGeom>
          <a:noFill/>
          <a:ln>
            <a:noFill/>
          </a:ln>
        </p:spPr>
      </p:pic>
      <p:pic>
        <p:nvPicPr>
          <p:cNvPr id="118" name="Google Shape;118;p20"/>
          <p:cNvPicPr preferRelativeResize="0"/>
          <p:nvPr/>
        </p:nvPicPr>
        <p:blipFill>
          <a:blip r:embed="rId4">
            <a:alphaModFix/>
          </a:blip>
          <a:stretch>
            <a:fillRect/>
          </a:stretch>
        </p:blipFill>
        <p:spPr>
          <a:xfrm>
            <a:off x="4524125" y="1092900"/>
            <a:ext cx="4300686" cy="2957700"/>
          </a:xfrm>
          <a:prstGeom prst="rect">
            <a:avLst/>
          </a:prstGeom>
          <a:noFill/>
          <a:ln>
            <a:noFill/>
          </a:ln>
        </p:spPr>
      </p:pic>
      <p:sp>
        <p:nvSpPr>
          <p:cNvPr id="119" name="Google Shape;119;p20"/>
          <p:cNvSpPr txBox="1"/>
          <p:nvPr/>
        </p:nvSpPr>
        <p:spPr>
          <a:xfrm>
            <a:off x="6059675" y="4276350"/>
            <a:ext cx="1545900" cy="3693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lang="en" sz="1200" u="sng">
                <a:solidFill>
                  <a:schemeClr val="lt1"/>
                </a:solidFill>
                <a:latin typeface="Proxima Nova"/>
                <a:ea typeface="Proxima Nova"/>
                <a:cs typeface="Proxima Nova"/>
                <a:sym typeface="Proxima Nova"/>
                <a:hlinkClick r:id="rId5">
                  <a:extLst>
                    <a:ext uri="{A12FA001-AC4F-418D-AE19-62706E023703}">
                      <ahyp:hlinkClr val="tx"/>
                    </a:ext>
                  </a:extLst>
                </a:hlinkClick>
              </a:rPr>
              <a:t>Link</a:t>
            </a:r>
            <a:r>
              <a:rPr lang="en" sz="1200">
                <a:solidFill>
                  <a:schemeClr val="lt1"/>
                </a:solidFill>
                <a:latin typeface="Proxima Nova"/>
                <a:ea typeface="Proxima Nova"/>
                <a:cs typeface="Proxima Nova"/>
                <a:sym typeface="Proxima Nova"/>
              </a:rPr>
              <a:t>, CIO @ Bitwise</a:t>
            </a:r>
            <a:endParaRPr sz="1200">
              <a:solidFill>
                <a:schemeClr val="lt1"/>
              </a:solidFill>
              <a:latin typeface="Proxima Nova"/>
              <a:ea typeface="Proxima Nova"/>
              <a:cs typeface="Proxima Nova"/>
              <a:sym typeface="Proxima Nova"/>
            </a:endParaRPr>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3" name="Shape 123"/>
        <p:cNvGrpSpPr/>
        <p:nvPr/>
      </p:nvGrpSpPr>
      <p:grpSpPr>
        <a:xfrm>
          <a:off x="0" y="0"/>
          <a:ext cx="0" cy="0"/>
          <a:chOff x="0" y="0"/>
          <a:chExt cx="0" cy="0"/>
        </a:xfrm>
      </p:grpSpPr>
      <p:sp>
        <p:nvSpPr>
          <p:cNvPr id="124" name="Google Shape;124;p21"/>
          <p:cNvSpPr txBox="1"/>
          <p:nvPr>
            <p:ph type="title"/>
          </p:nvPr>
        </p:nvSpPr>
        <p:spPr>
          <a:xfrm>
            <a:off x="98250" y="16350"/>
            <a:ext cx="8826600" cy="602700"/>
          </a:xfrm>
          <a:prstGeom prst="rect">
            <a:avLst/>
          </a:prstGeom>
        </p:spPr>
        <p:txBody>
          <a:bodyPr anchorCtr="0" anchor="ctr" bIns="91425" lIns="91425" spcFirstLastPara="1" rIns="91425" wrap="square" tIns="91425">
            <a:normAutofit/>
          </a:bodyPr>
          <a:lstStyle/>
          <a:p>
            <a:pPr indent="0" lvl="0" marL="0" rtl="0" algn="l">
              <a:spcBef>
                <a:spcPts val="0"/>
              </a:spcBef>
              <a:spcAft>
                <a:spcPts val="0"/>
              </a:spcAft>
              <a:buNone/>
            </a:pPr>
            <a:r>
              <a:rPr lang="en"/>
              <a:t>News Update:</a:t>
            </a:r>
            <a:endParaRPr/>
          </a:p>
        </p:txBody>
      </p:sp>
      <p:pic>
        <p:nvPicPr>
          <p:cNvPr id="125" name="Google Shape;125;p21"/>
          <p:cNvPicPr preferRelativeResize="0"/>
          <p:nvPr/>
        </p:nvPicPr>
        <p:blipFill>
          <a:blip r:embed="rId3">
            <a:alphaModFix/>
          </a:blip>
          <a:stretch>
            <a:fillRect/>
          </a:stretch>
        </p:blipFill>
        <p:spPr>
          <a:xfrm>
            <a:off x="785200" y="1132525"/>
            <a:ext cx="7573576" cy="3073325"/>
          </a:xfrm>
          <a:prstGeom prst="rect">
            <a:avLst/>
          </a:prstGeom>
          <a:noFill/>
          <a:ln>
            <a:noFill/>
          </a:ln>
        </p:spPr>
      </p:pic>
      <p:sp>
        <p:nvSpPr>
          <p:cNvPr id="126" name="Google Shape;126;p21"/>
          <p:cNvSpPr txBox="1"/>
          <p:nvPr/>
        </p:nvSpPr>
        <p:spPr>
          <a:xfrm>
            <a:off x="3929300" y="4524425"/>
            <a:ext cx="4932600" cy="323100"/>
          </a:xfrm>
          <a:prstGeom prst="rect">
            <a:avLst/>
          </a:prstGeom>
          <a:noFill/>
          <a:ln>
            <a:noFill/>
          </a:ln>
        </p:spPr>
        <p:txBody>
          <a:bodyPr anchorCtr="0" anchor="t" bIns="91425" lIns="91425" spcFirstLastPara="1" rIns="91425" wrap="square" tIns="91425">
            <a:spAutoFit/>
          </a:bodyPr>
          <a:lstStyle/>
          <a:p>
            <a:pPr indent="0" lvl="0" marL="0" rtl="0" algn="r">
              <a:spcBef>
                <a:spcPts val="0"/>
              </a:spcBef>
              <a:spcAft>
                <a:spcPts val="0"/>
              </a:spcAft>
              <a:buNone/>
            </a:pPr>
            <a:r>
              <a:rPr lang="en" sz="900">
                <a:solidFill>
                  <a:schemeClr val="lt1"/>
                </a:solidFill>
                <a:latin typeface="Proxima Nova"/>
                <a:ea typeface="Proxima Nova"/>
                <a:cs typeface="Proxima Nova"/>
                <a:sym typeface="Proxima Nova"/>
              </a:rPr>
              <a:t>Source: HRF’s Financial Freedom Report #21</a:t>
            </a:r>
            <a:endParaRPr sz="900">
              <a:solidFill>
                <a:schemeClr val="lt1"/>
              </a:solidFill>
              <a:latin typeface="Proxima Nova"/>
              <a:ea typeface="Proxima Nova"/>
              <a:cs typeface="Proxima Nova"/>
              <a:sym typeface="Proxima Nova"/>
            </a:endParaRPr>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0" name="Shape 130"/>
        <p:cNvGrpSpPr/>
        <p:nvPr/>
      </p:nvGrpSpPr>
      <p:grpSpPr>
        <a:xfrm>
          <a:off x="0" y="0"/>
          <a:ext cx="0" cy="0"/>
          <a:chOff x="0" y="0"/>
          <a:chExt cx="0" cy="0"/>
        </a:xfrm>
      </p:grpSpPr>
      <p:sp>
        <p:nvSpPr>
          <p:cNvPr id="131" name="Google Shape;131;p22"/>
          <p:cNvSpPr txBox="1"/>
          <p:nvPr>
            <p:ph type="title"/>
          </p:nvPr>
        </p:nvSpPr>
        <p:spPr>
          <a:xfrm>
            <a:off x="98250" y="16350"/>
            <a:ext cx="8826600" cy="602700"/>
          </a:xfrm>
          <a:prstGeom prst="rect">
            <a:avLst/>
          </a:prstGeom>
        </p:spPr>
        <p:txBody>
          <a:bodyPr anchorCtr="0" anchor="ctr" bIns="91425" lIns="91425" spcFirstLastPara="1" rIns="91425" wrap="square" tIns="91425">
            <a:normAutofit/>
          </a:bodyPr>
          <a:lstStyle/>
          <a:p>
            <a:pPr indent="0" lvl="0" marL="0" rtl="0" algn="l">
              <a:spcBef>
                <a:spcPts val="0"/>
              </a:spcBef>
              <a:spcAft>
                <a:spcPts val="0"/>
              </a:spcAft>
              <a:buNone/>
            </a:pPr>
            <a:r>
              <a:rPr lang="en"/>
              <a:t>News Update:</a:t>
            </a:r>
            <a:endParaRPr/>
          </a:p>
        </p:txBody>
      </p:sp>
      <p:pic>
        <p:nvPicPr>
          <p:cNvPr id="132" name="Google Shape;132;p22"/>
          <p:cNvPicPr preferRelativeResize="0"/>
          <p:nvPr/>
        </p:nvPicPr>
        <p:blipFill>
          <a:blip r:embed="rId3">
            <a:alphaModFix/>
          </a:blip>
          <a:stretch>
            <a:fillRect/>
          </a:stretch>
        </p:blipFill>
        <p:spPr>
          <a:xfrm>
            <a:off x="310988" y="1247362"/>
            <a:ext cx="8401127" cy="2648775"/>
          </a:xfrm>
          <a:prstGeom prst="rect">
            <a:avLst/>
          </a:prstGeom>
          <a:noFill/>
          <a:ln>
            <a:noFill/>
          </a:ln>
        </p:spPr>
      </p:pic>
      <p:sp>
        <p:nvSpPr>
          <p:cNvPr id="133" name="Google Shape;133;p22"/>
          <p:cNvSpPr txBox="1"/>
          <p:nvPr/>
        </p:nvSpPr>
        <p:spPr>
          <a:xfrm>
            <a:off x="3929300" y="4524425"/>
            <a:ext cx="4932600" cy="323100"/>
          </a:xfrm>
          <a:prstGeom prst="rect">
            <a:avLst/>
          </a:prstGeom>
          <a:noFill/>
          <a:ln>
            <a:noFill/>
          </a:ln>
        </p:spPr>
        <p:txBody>
          <a:bodyPr anchorCtr="0" anchor="t" bIns="91425" lIns="91425" spcFirstLastPara="1" rIns="91425" wrap="square" tIns="91425">
            <a:spAutoFit/>
          </a:bodyPr>
          <a:lstStyle/>
          <a:p>
            <a:pPr indent="0" lvl="0" marL="0" rtl="0" algn="r">
              <a:spcBef>
                <a:spcPts val="0"/>
              </a:spcBef>
              <a:spcAft>
                <a:spcPts val="0"/>
              </a:spcAft>
              <a:buNone/>
            </a:pPr>
            <a:r>
              <a:rPr lang="en" sz="900">
                <a:solidFill>
                  <a:schemeClr val="lt1"/>
                </a:solidFill>
                <a:latin typeface="Proxima Nova"/>
                <a:ea typeface="Proxima Nova"/>
                <a:cs typeface="Proxima Nova"/>
                <a:sym typeface="Proxima Nova"/>
              </a:rPr>
              <a:t>Source: HRF’s Financial Freedom Report #21</a:t>
            </a:r>
            <a:endParaRPr sz="900">
              <a:solidFill>
                <a:schemeClr val="lt1"/>
              </a:solidFill>
              <a:latin typeface="Proxima Nova"/>
              <a:ea typeface="Proxima Nova"/>
              <a:cs typeface="Proxima Nova"/>
              <a:sym typeface="Proxima Nova"/>
            </a:endParaRPr>
          </a:p>
        </p:txBody>
      </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7" name="Shape 137"/>
        <p:cNvGrpSpPr/>
        <p:nvPr/>
      </p:nvGrpSpPr>
      <p:grpSpPr>
        <a:xfrm>
          <a:off x="0" y="0"/>
          <a:ext cx="0" cy="0"/>
          <a:chOff x="0" y="0"/>
          <a:chExt cx="0" cy="0"/>
        </a:xfrm>
      </p:grpSpPr>
      <p:sp>
        <p:nvSpPr>
          <p:cNvPr id="138" name="Google Shape;138;p23"/>
          <p:cNvSpPr txBox="1"/>
          <p:nvPr>
            <p:ph type="title"/>
          </p:nvPr>
        </p:nvSpPr>
        <p:spPr>
          <a:xfrm>
            <a:off x="460950" y="2065350"/>
            <a:ext cx="8222100" cy="1012800"/>
          </a:xfrm>
          <a:prstGeom prst="rect">
            <a:avLst/>
          </a:prstGeom>
        </p:spPr>
        <p:txBody>
          <a:bodyPr anchorCtr="0" anchor="ctr" bIns="91425" lIns="91425" spcFirstLastPara="1" rIns="91425" wrap="square" tIns="91425">
            <a:normAutofit/>
          </a:bodyPr>
          <a:lstStyle/>
          <a:p>
            <a:pPr indent="0" lvl="0" marL="0" rtl="0" algn="l">
              <a:spcBef>
                <a:spcPts val="0"/>
              </a:spcBef>
              <a:spcAft>
                <a:spcPts val="0"/>
              </a:spcAft>
              <a:buNone/>
            </a:pPr>
            <a:r>
              <a:rPr lang="en"/>
              <a:t>Announcements</a:t>
            </a:r>
            <a:endParaRPr/>
          </a:p>
        </p:txBody>
      </p:sp>
      <p:pic>
        <p:nvPicPr>
          <p:cNvPr id="139" name="Google Shape;139;p23"/>
          <p:cNvPicPr preferRelativeResize="0"/>
          <p:nvPr/>
        </p:nvPicPr>
        <p:blipFill>
          <a:blip r:embed="rId3">
            <a:alphaModFix/>
          </a:blip>
          <a:stretch>
            <a:fillRect/>
          </a:stretch>
        </p:blipFill>
        <p:spPr>
          <a:xfrm>
            <a:off x="184150" y="4695625"/>
            <a:ext cx="374483" cy="355476"/>
          </a:xfrm>
          <a:prstGeom prst="rect">
            <a:avLst/>
          </a:prstGeom>
          <a:noFill/>
          <a:ln>
            <a:noFill/>
          </a:ln>
        </p:spPr>
      </p:pic>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3" name="Shape 143"/>
        <p:cNvGrpSpPr/>
        <p:nvPr/>
      </p:nvGrpSpPr>
      <p:grpSpPr>
        <a:xfrm>
          <a:off x="0" y="0"/>
          <a:ext cx="0" cy="0"/>
          <a:chOff x="0" y="0"/>
          <a:chExt cx="0" cy="0"/>
        </a:xfrm>
      </p:grpSpPr>
      <p:pic>
        <p:nvPicPr>
          <p:cNvPr id="144" name="Google Shape;144;p24"/>
          <p:cNvPicPr preferRelativeResize="0"/>
          <p:nvPr/>
        </p:nvPicPr>
        <p:blipFill>
          <a:blip r:embed="rId3">
            <a:alphaModFix/>
          </a:blip>
          <a:stretch>
            <a:fillRect/>
          </a:stretch>
        </p:blipFill>
        <p:spPr>
          <a:xfrm>
            <a:off x="1124475" y="804225"/>
            <a:ext cx="6734700" cy="3535049"/>
          </a:xfrm>
          <a:prstGeom prst="rect">
            <a:avLst/>
          </a:prstGeom>
          <a:noFill/>
          <a:ln>
            <a:noFill/>
          </a:ln>
        </p:spPr>
      </p:pic>
      <p:pic>
        <p:nvPicPr>
          <p:cNvPr id="145" name="Google Shape;145;p24"/>
          <p:cNvPicPr preferRelativeResize="0"/>
          <p:nvPr/>
        </p:nvPicPr>
        <p:blipFill>
          <a:blip r:embed="rId4">
            <a:alphaModFix/>
          </a:blip>
          <a:stretch>
            <a:fillRect/>
          </a:stretch>
        </p:blipFill>
        <p:spPr>
          <a:xfrm>
            <a:off x="184150" y="4695625"/>
            <a:ext cx="374483" cy="355476"/>
          </a:xfrm>
          <a:prstGeom prst="rect">
            <a:avLst/>
          </a:prstGeom>
          <a:noFill/>
          <a:ln>
            <a:noFill/>
          </a:ln>
        </p:spPr>
      </p:pic>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9" name="Shape 149"/>
        <p:cNvGrpSpPr/>
        <p:nvPr/>
      </p:nvGrpSpPr>
      <p:grpSpPr>
        <a:xfrm>
          <a:off x="0" y="0"/>
          <a:ext cx="0" cy="0"/>
          <a:chOff x="0" y="0"/>
          <a:chExt cx="0" cy="0"/>
        </a:xfrm>
      </p:grpSpPr>
      <p:sp>
        <p:nvSpPr>
          <p:cNvPr id="150" name="Google Shape;150;p25"/>
          <p:cNvSpPr txBox="1"/>
          <p:nvPr>
            <p:ph type="title"/>
          </p:nvPr>
        </p:nvSpPr>
        <p:spPr>
          <a:xfrm>
            <a:off x="460950" y="2065350"/>
            <a:ext cx="8222100" cy="1012800"/>
          </a:xfrm>
          <a:prstGeom prst="rect">
            <a:avLst/>
          </a:prstGeom>
        </p:spPr>
        <p:txBody>
          <a:bodyPr anchorCtr="0" anchor="ctr" bIns="91425" lIns="91425" spcFirstLastPara="1" rIns="91425" wrap="square" tIns="91425">
            <a:normAutofit/>
          </a:bodyPr>
          <a:lstStyle/>
          <a:p>
            <a:pPr indent="0" lvl="0" marL="0" rtl="0" algn="l">
              <a:spcBef>
                <a:spcPts val="0"/>
              </a:spcBef>
              <a:spcAft>
                <a:spcPts val="0"/>
              </a:spcAft>
              <a:buNone/>
            </a:pPr>
            <a:r>
              <a:rPr lang="en"/>
              <a:t>Important Information &amp; Tasks </a:t>
            </a:r>
            <a:endParaRPr sz="1983"/>
          </a:p>
        </p:txBody>
      </p:sp>
      <p:pic>
        <p:nvPicPr>
          <p:cNvPr id="151" name="Google Shape;151;p25"/>
          <p:cNvPicPr preferRelativeResize="0"/>
          <p:nvPr/>
        </p:nvPicPr>
        <p:blipFill>
          <a:blip r:embed="rId3">
            <a:alphaModFix/>
          </a:blip>
          <a:stretch>
            <a:fillRect/>
          </a:stretch>
        </p:blipFill>
        <p:spPr>
          <a:xfrm>
            <a:off x="184150" y="4695625"/>
            <a:ext cx="374483" cy="355476"/>
          </a:xfrm>
          <a:prstGeom prst="rect">
            <a:avLst/>
          </a:prstGeom>
          <a:noFill/>
          <a:ln>
            <a:noFill/>
          </a:ln>
        </p:spPr>
      </p:pic>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5" name="Shape 155"/>
        <p:cNvGrpSpPr/>
        <p:nvPr/>
      </p:nvGrpSpPr>
      <p:grpSpPr>
        <a:xfrm>
          <a:off x="0" y="0"/>
          <a:ext cx="0" cy="0"/>
          <a:chOff x="0" y="0"/>
          <a:chExt cx="0" cy="0"/>
        </a:xfrm>
      </p:grpSpPr>
      <p:sp>
        <p:nvSpPr>
          <p:cNvPr id="156" name="Google Shape;156;p26"/>
          <p:cNvSpPr/>
          <p:nvPr/>
        </p:nvSpPr>
        <p:spPr>
          <a:xfrm>
            <a:off x="5749400" y="1146450"/>
            <a:ext cx="2912700" cy="2850600"/>
          </a:xfrm>
          <a:prstGeom prst="rect">
            <a:avLst/>
          </a:prstGeom>
          <a:solidFill>
            <a:schemeClr val="lt1"/>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Proxima Nova"/>
              <a:ea typeface="Proxima Nova"/>
              <a:cs typeface="Proxima Nova"/>
              <a:sym typeface="Proxima Nova"/>
            </a:endParaRPr>
          </a:p>
        </p:txBody>
      </p:sp>
      <p:pic>
        <p:nvPicPr>
          <p:cNvPr id="157" name="Google Shape;157;p26"/>
          <p:cNvPicPr preferRelativeResize="0"/>
          <p:nvPr/>
        </p:nvPicPr>
        <p:blipFill>
          <a:blip r:embed="rId3">
            <a:alphaModFix/>
          </a:blip>
          <a:stretch>
            <a:fillRect/>
          </a:stretch>
        </p:blipFill>
        <p:spPr>
          <a:xfrm>
            <a:off x="5889263" y="1255263"/>
            <a:ext cx="2632975" cy="2632975"/>
          </a:xfrm>
          <a:prstGeom prst="rect">
            <a:avLst/>
          </a:prstGeom>
          <a:noFill/>
          <a:ln>
            <a:noFill/>
          </a:ln>
        </p:spPr>
      </p:pic>
      <p:sp>
        <p:nvSpPr>
          <p:cNvPr id="158" name="Google Shape;158;p26"/>
          <p:cNvSpPr txBox="1"/>
          <p:nvPr>
            <p:ph idx="4294967295" type="body"/>
          </p:nvPr>
        </p:nvSpPr>
        <p:spPr>
          <a:xfrm>
            <a:off x="620213" y="418813"/>
            <a:ext cx="5067600" cy="4305900"/>
          </a:xfrm>
          <a:prstGeom prst="rect">
            <a:avLst/>
          </a:prstGeom>
        </p:spPr>
        <p:txBody>
          <a:bodyPr anchorCtr="0" anchor="t" bIns="91425" lIns="91425" spcFirstLastPara="1" rIns="91425" wrap="square" tIns="91425">
            <a:normAutofit/>
          </a:bodyPr>
          <a:lstStyle/>
          <a:p>
            <a:pPr indent="0" lvl="0" marL="0" rtl="0" algn="l">
              <a:lnSpc>
                <a:spcPct val="95000"/>
              </a:lnSpc>
              <a:spcBef>
                <a:spcPts val="0"/>
              </a:spcBef>
              <a:spcAft>
                <a:spcPts val="0"/>
              </a:spcAft>
              <a:buSzPts val="1018"/>
              <a:buNone/>
            </a:pPr>
            <a:r>
              <a:rPr b="1" lang="en" sz="1288">
                <a:solidFill>
                  <a:schemeClr val="lt1"/>
                </a:solidFill>
              </a:rPr>
              <a:t>Join: </a:t>
            </a:r>
            <a:endParaRPr b="1" sz="1288">
              <a:solidFill>
                <a:schemeClr val="lt1"/>
              </a:solidFill>
            </a:endParaRPr>
          </a:p>
          <a:p>
            <a:pPr indent="-310356" lvl="0" marL="457200" rtl="0" algn="l">
              <a:lnSpc>
                <a:spcPct val="95000"/>
              </a:lnSpc>
              <a:spcBef>
                <a:spcPts val="1200"/>
              </a:spcBef>
              <a:spcAft>
                <a:spcPts val="0"/>
              </a:spcAft>
              <a:buClr>
                <a:schemeClr val="lt1"/>
              </a:buClr>
              <a:buSzPts val="1288"/>
              <a:buChar char="-"/>
            </a:pPr>
            <a:r>
              <a:rPr lang="en" sz="1288" u="sng">
                <a:solidFill>
                  <a:schemeClr val="lt1"/>
                </a:solidFill>
                <a:hlinkClick r:id="rId4">
                  <a:extLst>
                    <a:ext uri="{A12FA001-AC4F-418D-AE19-62706E023703}">
                      <ahyp:hlinkClr val="tx"/>
                    </a:ext>
                  </a:extLst>
                </a:hlinkClick>
              </a:rPr>
              <a:t>Slack</a:t>
            </a:r>
            <a:endParaRPr sz="1288">
              <a:solidFill>
                <a:schemeClr val="lt1"/>
              </a:solidFill>
            </a:endParaRPr>
          </a:p>
          <a:p>
            <a:pPr indent="-310356" lvl="0" marL="457200" rtl="0" algn="l">
              <a:lnSpc>
                <a:spcPct val="95000"/>
              </a:lnSpc>
              <a:spcBef>
                <a:spcPts val="0"/>
              </a:spcBef>
              <a:spcAft>
                <a:spcPts val="0"/>
              </a:spcAft>
              <a:buClr>
                <a:schemeClr val="lt1"/>
              </a:buClr>
              <a:buSzPts val="1288"/>
              <a:buChar char="-"/>
            </a:pPr>
            <a:r>
              <a:rPr lang="en" sz="1288" u="sng">
                <a:solidFill>
                  <a:schemeClr val="lt1"/>
                </a:solidFill>
                <a:hlinkClick r:id="rId5">
                  <a:extLst>
                    <a:ext uri="{A12FA001-AC4F-418D-AE19-62706E023703}">
                      <ahyp:hlinkClr val="tx"/>
                    </a:ext>
                  </a:extLst>
                </a:hlinkClick>
              </a:rPr>
              <a:t>Gcal</a:t>
            </a:r>
            <a:endParaRPr sz="1288">
              <a:solidFill>
                <a:schemeClr val="lt1"/>
              </a:solidFill>
            </a:endParaRPr>
          </a:p>
          <a:p>
            <a:pPr indent="-310356" lvl="0" marL="457200" rtl="0" algn="l">
              <a:lnSpc>
                <a:spcPct val="95000"/>
              </a:lnSpc>
              <a:spcBef>
                <a:spcPts val="0"/>
              </a:spcBef>
              <a:spcAft>
                <a:spcPts val="0"/>
              </a:spcAft>
              <a:buClr>
                <a:schemeClr val="lt1"/>
              </a:buClr>
              <a:buSzPts val="1288"/>
              <a:buChar char="-"/>
            </a:pPr>
            <a:r>
              <a:rPr lang="en" sz="1288">
                <a:solidFill>
                  <a:schemeClr val="lt1"/>
                </a:solidFill>
              </a:rPr>
              <a:t>Twitter (best Bitcoin news source) </a:t>
            </a:r>
            <a:endParaRPr sz="1288">
              <a:solidFill>
                <a:schemeClr val="lt1"/>
              </a:solidFill>
            </a:endParaRPr>
          </a:p>
          <a:p>
            <a:pPr indent="-310356" lvl="1" marL="914400" rtl="0" algn="l">
              <a:lnSpc>
                <a:spcPct val="95000"/>
              </a:lnSpc>
              <a:spcBef>
                <a:spcPts val="0"/>
              </a:spcBef>
              <a:spcAft>
                <a:spcPts val="0"/>
              </a:spcAft>
              <a:buClr>
                <a:schemeClr val="lt1"/>
              </a:buClr>
              <a:buSzPts val="1288"/>
              <a:buChar char="-"/>
            </a:pPr>
            <a:r>
              <a:rPr lang="en" sz="1288">
                <a:solidFill>
                  <a:schemeClr val="lt1"/>
                </a:solidFill>
              </a:rPr>
              <a:t>Put @CornellBitcoin in your bio </a:t>
            </a:r>
            <a:endParaRPr sz="1288">
              <a:solidFill>
                <a:schemeClr val="lt1"/>
              </a:solidFill>
            </a:endParaRPr>
          </a:p>
          <a:p>
            <a:pPr indent="-310356" lvl="1" marL="914400" rtl="0" algn="l">
              <a:lnSpc>
                <a:spcPct val="95000"/>
              </a:lnSpc>
              <a:spcBef>
                <a:spcPts val="0"/>
              </a:spcBef>
              <a:spcAft>
                <a:spcPts val="0"/>
              </a:spcAft>
              <a:buClr>
                <a:schemeClr val="lt1"/>
              </a:buClr>
              <a:buSzPts val="1288"/>
              <a:buChar char="-"/>
            </a:pPr>
            <a:r>
              <a:rPr lang="en" sz="1288">
                <a:solidFill>
                  <a:schemeClr val="lt1"/>
                </a:solidFill>
              </a:rPr>
              <a:t>Add your handle </a:t>
            </a:r>
            <a:r>
              <a:rPr lang="en" sz="1288" u="sng">
                <a:solidFill>
                  <a:srgbClr val="0E101A"/>
                </a:solidFill>
                <a:highlight>
                  <a:schemeClr val="lt1"/>
                </a:highlight>
                <a:hlinkClick r:id="rId6">
                  <a:extLst>
                    <a:ext uri="{A12FA001-AC4F-418D-AE19-62706E023703}">
                      <ahyp:hlinkClr val="tx"/>
                    </a:ext>
                  </a:extLst>
                </a:hlinkClick>
              </a:rPr>
              <a:t>here</a:t>
            </a:r>
            <a:endParaRPr sz="1288">
              <a:solidFill>
                <a:srgbClr val="0E101A"/>
              </a:solidFill>
              <a:highlight>
                <a:schemeClr val="lt1"/>
              </a:highlight>
            </a:endParaRPr>
          </a:p>
          <a:p>
            <a:pPr indent="0" lvl="0" marL="0" rtl="0" algn="l">
              <a:lnSpc>
                <a:spcPct val="95000"/>
              </a:lnSpc>
              <a:spcBef>
                <a:spcPts val="1200"/>
              </a:spcBef>
              <a:spcAft>
                <a:spcPts val="0"/>
              </a:spcAft>
              <a:buSzPts val="1018"/>
              <a:buNone/>
            </a:pPr>
            <a:r>
              <a:rPr b="1" lang="en" sz="1288">
                <a:solidFill>
                  <a:schemeClr val="lt1"/>
                </a:solidFill>
              </a:rPr>
              <a:t>Forms:</a:t>
            </a:r>
            <a:endParaRPr b="1" sz="1288">
              <a:solidFill>
                <a:schemeClr val="lt1"/>
              </a:solidFill>
            </a:endParaRPr>
          </a:p>
          <a:p>
            <a:pPr indent="-310356" lvl="0" marL="457200" rtl="0" algn="l">
              <a:lnSpc>
                <a:spcPct val="95000"/>
              </a:lnSpc>
              <a:spcBef>
                <a:spcPts val="1200"/>
              </a:spcBef>
              <a:spcAft>
                <a:spcPts val="0"/>
              </a:spcAft>
              <a:buClr>
                <a:schemeClr val="lt1"/>
              </a:buClr>
              <a:buSzPts val="1288"/>
              <a:buChar char="-"/>
            </a:pPr>
            <a:r>
              <a:rPr lang="en" sz="1288">
                <a:solidFill>
                  <a:schemeClr val="lt1"/>
                </a:solidFill>
              </a:rPr>
              <a:t>Review the Constitution &amp; sign </a:t>
            </a:r>
            <a:r>
              <a:rPr lang="en" sz="1288" u="sng">
                <a:solidFill>
                  <a:schemeClr val="hlink"/>
                </a:solidFill>
                <a:highlight>
                  <a:schemeClr val="lt1"/>
                </a:highlight>
                <a:hlinkClick r:id="rId7"/>
              </a:rPr>
              <a:t>here</a:t>
            </a:r>
            <a:endParaRPr sz="1288">
              <a:solidFill>
                <a:schemeClr val="lt1"/>
              </a:solidFill>
            </a:endParaRPr>
          </a:p>
          <a:p>
            <a:pPr indent="-310356" lvl="0" marL="457200" rtl="0" algn="l">
              <a:lnSpc>
                <a:spcPct val="95000"/>
              </a:lnSpc>
              <a:spcBef>
                <a:spcPts val="0"/>
              </a:spcBef>
              <a:spcAft>
                <a:spcPts val="0"/>
              </a:spcAft>
              <a:buClr>
                <a:schemeClr val="lt1"/>
              </a:buClr>
              <a:buSzPts val="1288"/>
              <a:buChar char="-"/>
            </a:pPr>
            <a:r>
              <a:rPr lang="en" sz="1288">
                <a:solidFill>
                  <a:schemeClr val="lt1"/>
                </a:solidFill>
              </a:rPr>
              <a:t>Fill out interest joining form </a:t>
            </a:r>
            <a:r>
              <a:rPr lang="en" sz="1288" u="sng">
                <a:solidFill>
                  <a:srgbClr val="0E101A"/>
                </a:solidFill>
                <a:highlight>
                  <a:schemeClr val="lt1"/>
                </a:highlight>
                <a:hlinkClick r:id="rId8">
                  <a:extLst>
                    <a:ext uri="{A12FA001-AC4F-418D-AE19-62706E023703}">
                      <ahyp:hlinkClr val="tx"/>
                    </a:ext>
                  </a:extLst>
                </a:hlinkClick>
              </a:rPr>
              <a:t>here</a:t>
            </a:r>
            <a:r>
              <a:rPr lang="en" sz="1288">
                <a:solidFill>
                  <a:schemeClr val="lt1"/>
                </a:solidFill>
              </a:rPr>
              <a:t> (if haven’t already) </a:t>
            </a:r>
            <a:endParaRPr sz="1288">
              <a:solidFill>
                <a:schemeClr val="lt1"/>
              </a:solidFill>
            </a:endParaRPr>
          </a:p>
          <a:p>
            <a:pPr indent="-310356" lvl="0" marL="457200" rtl="0" algn="l">
              <a:lnSpc>
                <a:spcPct val="95000"/>
              </a:lnSpc>
              <a:spcBef>
                <a:spcPts val="0"/>
              </a:spcBef>
              <a:spcAft>
                <a:spcPts val="0"/>
              </a:spcAft>
              <a:buClr>
                <a:schemeClr val="lt1"/>
              </a:buClr>
              <a:buSzPts val="1288"/>
              <a:buChar char="-"/>
            </a:pPr>
            <a:r>
              <a:rPr lang="en" sz="1288">
                <a:solidFill>
                  <a:schemeClr val="lt1"/>
                </a:solidFill>
              </a:rPr>
              <a:t>Suggest topics </a:t>
            </a:r>
            <a:r>
              <a:rPr lang="en" sz="1288" u="sng">
                <a:solidFill>
                  <a:srgbClr val="0E101A"/>
                </a:solidFill>
                <a:highlight>
                  <a:schemeClr val="lt1"/>
                </a:highlight>
                <a:hlinkClick r:id="rId9">
                  <a:extLst>
                    <a:ext uri="{A12FA001-AC4F-418D-AE19-62706E023703}">
                      <ahyp:hlinkClr val="tx"/>
                    </a:ext>
                  </a:extLst>
                </a:hlinkClick>
              </a:rPr>
              <a:t>here</a:t>
            </a:r>
            <a:r>
              <a:rPr lang="en" sz="1288">
                <a:solidFill>
                  <a:srgbClr val="0E101A"/>
                </a:solidFill>
                <a:highlight>
                  <a:schemeClr val="lt1"/>
                </a:highlight>
              </a:rPr>
              <a:t> </a:t>
            </a:r>
            <a:endParaRPr b="1" sz="1288">
              <a:solidFill>
                <a:srgbClr val="0E101A"/>
              </a:solidFill>
              <a:highlight>
                <a:schemeClr val="lt1"/>
              </a:highlight>
            </a:endParaRPr>
          </a:p>
          <a:p>
            <a:pPr indent="-310356" lvl="0" marL="457200" rtl="0" algn="l">
              <a:lnSpc>
                <a:spcPct val="95000"/>
              </a:lnSpc>
              <a:spcBef>
                <a:spcPts val="0"/>
              </a:spcBef>
              <a:spcAft>
                <a:spcPts val="0"/>
              </a:spcAft>
              <a:buClr>
                <a:schemeClr val="lt1"/>
              </a:buClr>
              <a:buSzPts val="1288"/>
              <a:buChar char="-"/>
            </a:pPr>
            <a:r>
              <a:rPr lang="en" sz="1288">
                <a:solidFill>
                  <a:schemeClr val="lt1"/>
                </a:solidFill>
              </a:rPr>
              <a:t>Club playlist: add favorite songs </a:t>
            </a:r>
            <a:r>
              <a:rPr lang="en" sz="1288" u="sng">
                <a:solidFill>
                  <a:srgbClr val="000000"/>
                </a:solidFill>
                <a:highlight>
                  <a:schemeClr val="lt1"/>
                </a:highlight>
                <a:hlinkClick r:id="rId10">
                  <a:extLst>
                    <a:ext uri="{A12FA001-AC4F-418D-AE19-62706E023703}">
                      <ahyp:hlinkClr val="tx"/>
                    </a:ext>
                  </a:extLst>
                </a:hlinkClick>
              </a:rPr>
              <a:t>here</a:t>
            </a:r>
            <a:r>
              <a:rPr lang="en" sz="1288">
                <a:solidFill>
                  <a:srgbClr val="000000"/>
                </a:solidFill>
                <a:highlight>
                  <a:schemeClr val="lt1"/>
                </a:highlight>
              </a:rPr>
              <a:t> </a:t>
            </a:r>
            <a:endParaRPr sz="1288">
              <a:solidFill>
                <a:srgbClr val="000000"/>
              </a:solidFill>
              <a:highlight>
                <a:schemeClr val="lt1"/>
              </a:highlight>
            </a:endParaRPr>
          </a:p>
          <a:p>
            <a:pPr indent="-310356" lvl="0" marL="457200" rtl="0" algn="l">
              <a:lnSpc>
                <a:spcPct val="95000"/>
              </a:lnSpc>
              <a:spcBef>
                <a:spcPts val="0"/>
              </a:spcBef>
              <a:spcAft>
                <a:spcPts val="0"/>
              </a:spcAft>
              <a:buClr>
                <a:schemeClr val="lt1"/>
              </a:buClr>
              <a:buSzPts val="1288"/>
              <a:buChar char="-"/>
            </a:pPr>
            <a:r>
              <a:rPr lang="en" sz="1288">
                <a:solidFill>
                  <a:schemeClr val="lt1"/>
                </a:solidFill>
              </a:rPr>
              <a:t>Add favorite snacks </a:t>
            </a:r>
            <a:r>
              <a:rPr lang="en" sz="1288" u="sng">
                <a:solidFill>
                  <a:srgbClr val="0E101A"/>
                </a:solidFill>
                <a:highlight>
                  <a:schemeClr val="lt1"/>
                </a:highlight>
                <a:hlinkClick r:id="rId11">
                  <a:extLst>
                    <a:ext uri="{A12FA001-AC4F-418D-AE19-62706E023703}">
                      <ahyp:hlinkClr val="tx"/>
                    </a:ext>
                  </a:extLst>
                </a:hlinkClick>
              </a:rPr>
              <a:t>here</a:t>
            </a:r>
            <a:r>
              <a:rPr lang="en" sz="1288">
                <a:solidFill>
                  <a:schemeClr val="lt1"/>
                </a:solidFill>
              </a:rPr>
              <a:t> </a:t>
            </a:r>
            <a:endParaRPr sz="1288">
              <a:solidFill>
                <a:schemeClr val="lt1"/>
              </a:solidFill>
            </a:endParaRPr>
          </a:p>
          <a:p>
            <a:pPr indent="-310356" lvl="0" marL="457200" rtl="0" algn="l">
              <a:lnSpc>
                <a:spcPct val="95000"/>
              </a:lnSpc>
              <a:spcBef>
                <a:spcPts val="0"/>
              </a:spcBef>
              <a:spcAft>
                <a:spcPts val="0"/>
              </a:spcAft>
              <a:buClr>
                <a:schemeClr val="lt1"/>
              </a:buClr>
              <a:buSzPts val="1288"/>
              <a:buChar char="-"/>
            </a:pPr>
            <a:r>
              <a:rPr lang="en" sz="1288">
                <a:solidFill>
                  <a:schemeClr val="lt1"/>
                </a:solidFill>
              </a:rPr>
              <a:t>Resume Book </a:t>
            </a:r>
            <a:r>
              <a:rPr lang="en" sz="1288" u="sng">
                <a:solidFill>
                  <a:srgbClr val="0E101A"/>
                </a:solidFill>
                <a:highlight>
                  <a:schemeClr val="lt1"/>
                </a:highlight>
                <a:hlinkClick r:id="rId12">
                  <a:extLst>
                    <a:ext uri="{A12FA001-AC4F-418D-AE19-62706E023703}">
                      <ahyp:hlinkClr val="tx"/>
                    </a:ext>
                  </a:extLst>
                </a:hlinkClick>
              </a:rPr>
              <a:t>here</a:t>
            </a:r>
            <a:endParaRPr sz="1288">
              <a:solidFill>
                <a:srgbClr val="0E101A"/>
              </a:solidFill>
              <a:highlight>
                <a:schemeClr val="lt1"/>
              </a:highlight>
            </a:endParaRPr>
          </a:p>
          <a:p>
            <a:pPr indent="0" lvl="0" marL="0" rtl="0" algn="l">
              <a:lnSpc>
                <a:spcPct val="95000"/>
              </a:lnSpc>
              <a:spcBef>
                <a:spcPts val="1200"/>
              </a:spcBef>
              <a:spcAft>
                <a:spcPts val="0"/>
              </a:spcAft>
              <a:buSzPts val="1018"/>
              <a:buNone/>
            </a:pPr>
            <a:r>
              <a:rPr b="1" lang="en" sz="1288">
                <a:solidFill>
                  <a:schemeClr val="lt1"/>
                </a:solidFill>
              </a:rPr>
              <a:t>Follow: </a:t>
            </a:r>
            <a:endParaRPr b="1" sz="1288">
              <a:solidFill>
                <a:schemeClr val="lt1"/>
              </a:solidFill>
            </a:endParaRPr>
          </a:p>
          <a:p>
            <a:pPr indent="-310356" lvl="0" marL="457200" rtl="0" algn="l">
              <a:lnSpc>
                <a:spcPct val="95000"/>
              </a:lnSpc>
              <a:spcBef>
                <a:spcPts val="1200"/>
              </a:spcBef>
              <a:spcAft>
                <a:spcPts val="0"/>
              </a:spcAft>
              <a:buClr>
                <a:schemeClr val="lt1"/>
              </a:buClr>
              <a:buSzPts val="1288"/>
              <a:buChar char="-"/>
            </a:pPr>
            <a:r>
              <a:rPr lang="en" sz="1288">
                <a:solidFill>
                  <a:schemeClr val="lt1"/>
                </a:solidFill>
              </a:rPr>
              <a:t>@CornellBitcoin on Twitter</a:t>
            </a:r>
            <a:endParaRPr sz="1288">
              <a:solidFill>
                <a:schemeClr val="lt1"/>
              </a:solidFill>
            </a:endParaRPr>
          </a:p>
          <a:p>
            <a:pPr indent="-310356" lvl="0" marL="457200" rtl="0" algn="l">
              <a:lnSpc>
                <a:spcPct val="95000"/>
              </a:lnSpc>
              <a:spcBef>
                <a:spcPts val="0"/>
              </a:spcBef>
              <a:spcAft>
                <a:spcPts val="0"/>
              </a:spcAft>
              <a:buClr>
                <a:schemeClr val="lt1"/>
              </a:buClr>
              <a:buSzPts val="1288"/>
              <a:buChar char="-"/>
            </a:pPr>
            <a:r>
              <a:rPr lang="en" sz="1288">
                <a:solidFill>
                  <a:schemeClr val="lt1"/>
                </a:solidFill>
              </a:rPr>
              <a:t>@CornellBitcoinClub on Instagram</a:t>
            </a:r>
            <a:endParaRPr sz="1288">
              <a:solidFill>
                <a:schemeClr val="lt1"/>
              </a:solidFill>
            </a:endParaRPr>
          </a:p>
          <a:p>
            <a:pPr indent="-310356" lvl="0" marL="457200" rtl="0" algn="l">
              <a:lnSpc>
                <a:spcPct val="95000"/>
              </a:lnSpc>
              <a:spcBef>
                <a:spcPts val="0"/>
              </a:spcBef>
              <a:spcAft>
                <a:spcPts val="0"/>
              </a:spcAft>
              <a:buClr>
                <a:schemeClr val="lt1"/>
              </a:buClr>
              <a:buSzPts val="1288"/>
              <a:buChar char="-"/>
            </a:pPr>
            <a:r>
              <a:rPr lang="en" sz="1288">
                <a:solidFill>
                  <a:schemeClr val="lt1"/>
                </a:solidFill>
              </a:rPr>
              <a:t>Cornell Bitcoin Club on LinkedIn</a:t>
            </a:r>
            <a:endParaRPr sz="1288">
              <a:solidFill>
                <a:schemeClr val="lt1"/>
              </a:solidFill>
            </a:endParaRPr>
          </a:p>
        </p:txBody>
      </p:sp>
      <p:pic>
        <p:nvPicPr>
          <p:cNvPr id="159" name="Google Shape;159;p26"/>
          <p:cNvPicPr preferRelativeResize="0"/>
          <p:nvPr/>
        </p:nvPicPr>
        <p:blipFill>
          <a:blip r:embed="rId13">
            <a:alphaModFix/>
          </a:blip>
          <a:stretch>
            <a:fillRect/>
          </a:stretch>
        </p:blipFill>
        <p:spPr>
          <a:xfrm>
            <a:off x="184150" y="4695625"/>
            <a:ext cx="374483" cy="355476"/>
          </a:xfrm>
          <a:prstGeom prst="rect">
            <a:avLst/>
          </a:prstGeom>
          <a:noFill/>
          <a:ln>
            <a:noFill/>
          </a:ln>
        </p:spPr>
      </p:pic>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000000"/>
        </a:solidFill>
      </p:bgPr>
    </p:bg>
    <p:spTree>
      <p:nvGrpSpPr>
        <p:cNvPr id="163" name="Shape 163"/>
        <p:cNvGrpSpPr/>
        <p:nvPr/>
      </p:nvGrpSpPr>
      <p:grpSpPr>
        <a:xfrm>
          <a:off x="0" y="0"/>
          <a:ext cx="0" cy="0"/>
          <a:chOff x="0" y="0"/>
          <a:chExt cx="0" cy="0"/>
        </a:xfrm>
      </p:grpSpPr>
      <p:sp>
        <p:nvSpPr>
          <p:cNvPr id="164" name="Google Shape;164;p27"/>
          <p:cNvSpPr txBox="1"/>
          <p:nvPr>
            <p:ph type="title"/>
          </p:nvPr>
        </p:nvSpPr>
        <p:spPr>
          <a:xfrm>
            <a:off x="460950" y="1590000"/>
            <a:ext cx="8222100" cy="1963500"/>
          </a:xfrm>
          <a:prstGeom prst="rect">
            <a:avLst/>
          </a:prstGeom>
        </p:spPr>
        <p:txBody>
          <a:bodyPr anchorCtr="0" anchor="ctr" bIns="91425" lIns="91425" spcFirstLastPara="1" rIns="91425" wrap="square" tIns="91425">
            <a:normAutofit/>
          </a:bodyPr>
          <a:lstStyle/>
          <a:p>
            <a:pPr indent="0" lvl="0" marL="0" rtl="0" algn="ctr">
              <a:spcBef>
                <a:spcPts val="0"/>
              </a:spcBef>
              <a:spcAft>
                <a:spcPts val="0"/>
              </a:spcAft>
              <a:buNone/>
            </a:pPr>
            <a:r>
              <a:rPr b="1" lang="en" sz="6000"/>
              <a:t>Thank You</a:t>
            </a:r>
            <a:endParaRPr b="1" sz="6000">
              <a:solidFill>
                <a:schemeClr val="lt1"/>
              </a:solidFill>
            </a:endParaRPr>
          </a:p>
        </p:txBody>
      </p:sp>
      <p:pic>
        <p:nvPicPr>
          <p:cNvPr id="165" name="Google Shape;165;p27"/>
          <p:cNvPicPr preferRelativeResize="0"/>
          <p:nvPr/>
        </p:nvPicPr>
        <p:blipFill>
          <a:blip r:embed="rId3">
            <a:alphaModFix/>
          </a:blip>
          <a:stretch>
            <a:fillRect/>
          </a:stretch>
        </p:blipFill>
        <p:spPr>
          <a:xfrm>
            <a:off x="184150" y="4695625"/>
            <a:ext cx="374483" cy="355476"/>
          </a:xfrm>
          <a:prstGeom prst="rect">
            <a:avLst/>
          </a:prstGeom>
          <a:noFill/>
          <a:ln>
            <a:noFill/>
          </a:ln>
        </p:spPr>
      </p:pic>
    </p:spTree>
  </p:cSld>
  <p:clrMapOvr>
    <a:masterClrMapping/>
  </p:clrMapOvr>
</p:sld>
</file>

<file path=ppt/theme/theme1.xml><?xml version="1.0" encoding="utf-8"?>
<a:theme xmlns:a="http://schemas.openxmlformats.org/drawingml/2006/main" xmlns:r="http://schemas.openxmlformats.org/officeDocument/2006/relationships" name="Material">
  <a:themeElements>
    <a:clrScheme name="Material">
      <a:dk1>
        <a:srgbClr val="4285F4"/>
      </a:dk1>
      <a:lt1>
        <a:srgbClr val="FFFFFF"/>
      </a:lt1>
      <a:dk2>
        <a:srgbClr val="424242"/>
      </a:dk2>
      <a:lt2>
        <a:srgbClr val="737373"/>
      </a:lt2>
      <a:accent1>
        <a:srgbClr val="0277BD"/>
      </a:accent1>
      <a:accent2>
        <a:srgbClr val="0F9D58"/>
      </a:accent2>
      <a:accent3>
        <a:srgbClr val="DB4437"/>
      </a:accent3>
      <a:accent4>
        <a:srgbClr val="FAFAFA"/>
      </a:accent4>
      <a:accent5>
        <a:srgbClr val="1A237E"/>
      </a:accent5>
      <a:accent6>
        <a:srgbClr val="F4B400"/>
      </a:accent6>
      <a:hlink>
        <a:srgbClr val="1A237E"/>
      </a:hlink>
      <a:folHlink>
        <a:srgbClr val="1A237E"/>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