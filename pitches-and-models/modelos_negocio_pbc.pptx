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Modelos de Negocio del Poligran Bitcoin Club (PBC)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Tokenización, BTC, Subproyectos y Gobernanza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Tokenización de Activos Físicos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Tierra: 1 token = 1 m² productivo</a:t>
            </a:r>
          </a:p>
          <a:p>
            <a:r>
              <a:t>- Agua: 1 token = 10 litros de agua gestionada</a:t>
            </a:r>
          </a:p>
          <a:p>
            <a:r>
              <a:t>- Oro: 1 token = 1 gramo de oro físico</a:t>
            </a:r>
          </a:p>
          <a:p>
            <a:r>
              <a:t>Cada token está respaldado por contratos, georreferenciación y trazabilidad.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Conversión en BTC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Venta de tokens respaldados a aliados o inversores</a:t>
            </a:r>
          </a:p>
          <a:p>
            <a:r>
              <a:t>- Pago en BTC para alimentar la reserva estratégica</a:t>
            </a:r>
          </a:p>
          <a:p>
            <a:r>
              <a:t>- BTC se custodia en wallet multisig comunitaria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Emisión de Tokens Funcionales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PBCC: Cultura y Comunidad</a:t>
            </a:r>
          </a:p>
          <a:p>
            <a:r>
              <a:t>- PBCD: Desarrollo Productivo</a:t>
            </a:r>
          </a:p>
          <a:p>
            <a:r>
              <a:t>- PBCK: Educación y Conocimiento</a:t>
            </a:r>
          </a:p>
          <a:p>
            <a:r>
              <a:t>- PBCR: Relaciones Estratégicas</a:t>
            </a:r>
          </a:p>
          <a:p>
            <a:r>
              <a:t>Todos respaldados por la reserva BTC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Subproyectos Escalables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Formación en Bitcoin y agro</a:t>
            </a:r>
          </a:p>
          <a:p>
            <a:r>
              <a:t>- Tokenización de productos agrícolas</a:t>
            </a:r>
          </a:p>
          <a:p>
            <a:r>
              <a:t>- Eventos culturales y NFTs</a:t>
            </a:r>
          </a:p>
          <a:p>
            <a:r>
              <a:t>- Alianzas con exchanges y fundaciones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Retorno Económico y Social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Ingresos por venta de tokens respaldados</a:t>
            </a:r>
          </a:p>
          <a:p>
            <a:r>
              <a:t>- Retorno en BTC o stablecoins</a:t>
            </a:r>
          </a:p>
          <a:p>
            <a:r>
              <a:t>- Impacto social: educación, empleo, conservación</a:t>
            </a:r>
          </a:p>
          <a:p>
            <a:r>
              <a:t>- Participación comunitaria en decisiones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Sostenibilidad y Gobernanza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Emisión controlada de tokens</a:t>
            </a:r>
          </a:p>
          <a:p>
            <a:r>
              <a:t>- Transparencia: reportes y wallets públicas</a:t>
            </a:r>
          </a:p>
          <a:p>
            <a:r>
              <a:t>- Gobernanza abierta: asambleas y votaciones</a:t>
            </a:r>
          </a:p>
          <a:p>
            <a:r>
              <a:t>- Reinversión en proyectos locales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