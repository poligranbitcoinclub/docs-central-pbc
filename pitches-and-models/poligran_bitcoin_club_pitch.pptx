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Poligran Bitcoin Club (PBC)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Modelo financiero con reserva estratégica en BTC</a:t>
            </a:r>
          </a:p>
          <a:p>
            <a:r>
              <a:t>Impacto rural y propuesta para aliados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 del Poligran Bitcoin Club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 un ecosistema comunitario basado en Bitcoin que empodere a campesinos, cacaoteros y cafeteros mediante educación, desarrollo productivo y alianzas estratégicas.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Financiera del PBC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Reserva Estratégica en BTC como núcleo</a:t>
            </a:r>
          </a:p>
          <a:p>
            <a:r>
              <a:t>Tokens funcionales:</a:t>
            </a:r>
          </a:p>
          <a:p>
            <a:r>
              <a:t>- $PBCF: Fondo BTC</a:t>
            </a:r>
          </a:p>
          <a:p>
            <a:r>
              <a:t>- $PBCC: Cultura y Comunidad</a:t>
            </a:r>
          </a:p>
          <a:p>
            <a:r>
              <a:t>- $PBCD: Desarrollo Productivo</a:t>
            </a:r>
          </a:p>
          <a:p>
            <a:r>
              <a:t>- $PBCK: Educación y Conocimiento</a:t>
            </a:r>
          </a:p>
          <a:p>
            <a:r>
              <a:t>- $PBCR: Relaciones Estratégicas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Flujos de Valor del Modelo PBC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$PBCF: Respaldo de confianza y apreciación del BTC</a:t>
            </a:r>
          </a:p>
          <a:p>
            <a:r>
              <a:t>- $PBCC: Retorno social y participación comunitaria</a:t>
            </a:r>
          </a:p>
          <a:p>
            <a:r>
              <a:t>- $PBCD: Ingresos por exportación y comercio justo</a:t>
            </a:r>
          </a:p>
          <a:p>
            <a:r>
              <a:t>- $PBCK: Formación de líderes rurales</a:t>
            </a:r>
          </a:p>
          <a:p>
            <a:r>
              <a:t>- $PBCR: Apoyo institucional y visibilidad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para Bitfinex y Plan B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Bitfinex: Custodia de BTC, apoyo institucional, visibilidad</a:t>
            </a:r>
          </a:p>
          <a:p>
            <a:r>
              <a:t>Plan B Network: Educación comunitaria, materiales, formación de formadores</a:t>
            </a:r>
          </a:p>
          <a:p>
            <a:r>
              <a:t>PBC como piloto de impacto rural con trazabilidad y transparencia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empezar sin capital?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Contactar a Plan B Network para recibir kits educativos</a:t>
            </a:r>
          </a:p>
          <a:p>
            <a:r>
              <a:t>- Usar herramientas gratuitas (wallets, QR, contenido)</a:t>
            </a:r>
          </a:p>
          <a:p>
            <a:r>
              <a:t>- Crear comunidad local con enfoque en formación</a:t>
            </a:r>
          </a:p>
          <a:p>
            <a:r>
              <a:t>- Presentar propuesta a aliados estratégicos como Bitfinex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Finalizar estatutos con Universidad de Cornell</a:t>
            </a:r>
          </a:p>
          <a:p>
            <a:r>
              <a:t>- Solicitar acceso al Business Day del Cripto Latin Fest</a:t>
            </a:r>
          </a:p>
          <a:p>
            <a:r>
              <a:t>- Preparar pitch de 3 minutos</a:t>
            </a:r>
          </a:p>
          <a:p>
            <a:r>
              <a:t>- Activar red de aliados (Ricardo, Santiago, Alejo)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