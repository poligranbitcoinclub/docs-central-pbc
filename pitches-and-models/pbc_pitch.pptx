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Poligran Bitcoin Club (PBC)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Modelo de tokenización rural respaldado por activos reales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Visión Estratégica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Liderar en el departamento un modelo de tokenización rural respaldado por tierra, agua y oro.</a:t>
            </a:r>
          </a:p>
          <a:p>
            <a:r>
              <a:t>Convertir estos activos en BTC para crear una reserva estratégica.</a:t>
            </a:r>
          </a:p>
          <a:p>
            <a:r>
              <a:t>Garantizar que los tokens del Club generen valor sostenible, escalable y comunitario.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del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Tokenización de activos físicos: tierra, agua (chorro Jirimgay), oro local.</a:t>
            </a:r>
          </a:p>
          <a:p>
            <a:r>
              <a:t>2. Venta de tokens a aliados/inversores que pagan en BTC.</a:t>
            </a:r>
          </a:p>
          <a:p>
            <a:r>
              <a:t>3. Creación de una reserva estratégica en BTC.</a:t>
            </a:r>
          </a:p>
          <a:p>
            <a:r>
              <a:t>4. Emisión de tokens funcionales respaldados por BTC: PBCC, PBCD, PBCK, PBCR.</a:t>
            </a:r>
          </a:p>
          <a:p>
            <a:r>
              <a:t>5. Subproyectos comunitarios: educación, producción agrícola, cultura, alianzas.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Respaldo Legal y Trazabilidad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Tierra: contrato con propietarios, georreferenciación, certificado de tradición.</a:t>
            </a:r>
          </a:p>
          <a:p>
            <a:r>
              <a:t>• Agua: derecho de petición sobre el chorro Jirimgay, propuesta de uso comunitario.</a:t>
            </a:r>
          </a:p>
          <a:p>
            <a:r>
              <a:t>• Oro: contrato de compra, custodia segura, trazabilidad por gramo.</a:t>
            </a:r>
          </a:p>
          <a:p>
            <a:r>
              <a:t>• Tokens: emitidos con respaldo real, trazabilidad en blockchain.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Subproyectos Escalables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Educación Bitcoin: talleres, formación técnica.</a:t>
            </a:r>
          </a:p>
          <a:p>
            <a:r>
              <a:t>• Producción agrícola: café, cacao, miel tokenizados.</a:t>
            </a:r>
          </a:p>
          <a:p>
            <a:r>
              <a:t>• Cultura comunitaria: eventos, NFTs, identidad local.</a:t>
            </a:r>
          </a:p>
          <a:p>
            <a:r>
              <a:t>• Alianzas estratégicas: Bitfinex, Plan B Network, universidades.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Competitivas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Primer modelo de tokenización rural en el departamento.</a:t>
            </a:r>
          </a:p>
          <a:p>
            <a:r>
              <a:t>• Uso de activos reales para generar BTC sin capital inicial.</a:t>
            </a:r>
          </a:p>
          <a:p>
            <a:r>
              <a:t>• Licencias internacionales (Panamá, El Salvador) para respaldo legal.</a:t>
            </a:r>
          </a:p>
          <a:p>
            <a:r>
              <a:t>• Narrativa de impacto social, ambiental y tecnológico.</a:t>
            </a:r>
          </a:p>
          <a:p>
            <a:r>
              <a:t>• Posicionamiento frente a regiones avanzadas como Medellín.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Llamado a la Acción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Apoyar el piloto del Poligran Bitcoin Club.</a:t>
            </a:r>
          </a:p>
          <a:p>
            <a:r>
              <a:t>• Invertir en tokens respaldados por activos reales.</a:t>
            </a:r>
          </a:p>
          <a:p>
            <a:r>
              <a:t>• Colaborar en educación, trazabilidad y gobernanza.</a:t>
            </a:r>
          </a:p>
          <a:p>
            <a:r>
              <a:t>• Activar alianzas antes de la regulación nacional.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